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5" r:id="rId1"/>
  </p:sldMasterIdLst>
  <p:sldIdLst>
    <p:sldId id="256" r:id="rId2"/>
    <p:sldId id="257" r:id="rId3"/>
    <p:sldId id="261" r:id="rId4"/>
    <p:sldId id="262" r:id="rId5"/>
    <p:sldId id="264" r:id="rId6"/>
    <p:sldId id="263" r:id="rId7"/>
    <p:sldId id="266" r:id="rId8"/>
    <p:sldId id="271" r:id="rId9"/>
    <p:sldId id="272" r:id="rId10"/>
    <p:sldId id="270" r:id="rId11"/>
    <p:sldId id="265" r:id="rId12"/>
    <p:sldId id="26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7FB84957-0AE5-456C-9E6D-66714B98FD7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B5F4E05-6070-4B83-909B-999F1C9B4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261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84957-0AE5-456C-9E6D-66714B98FD7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4E05-6070-4B83-909B-999F1C9B4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984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FB84957-0AE5-456C-9E6D-66714B98FD7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B5F4E05-6070-4B83-909B-999F1C9B4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35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84957-0AE5-456C-9E6D-66714B98FD7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4E05-6070-4B83-909B-999F1C9B4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225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84957-0AE5-456C-9E6D-66714B98FD7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4E05-6070-4B83-909B-999F1C9B4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756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84957-0AE5-456C-9E6D-66714B98FD7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4E05-6070-4B83-909B-999F1C9B4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942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84957-0AE5-456C-9E6D-66714B98FD7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4E05-6070-4B83-909B-999F1C9B4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869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84957-0AE5-456C-9E6D-66714B98FD7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4E05-6070-4B83-909B-999F1C9B4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671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84957-0AE5-456C-9E6D-66714B98FD7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4E05-6070-4B83-909B-999F1C9B4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851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84957-0AE5-456C-9E6D-66714B98FD7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4E05-6070-4B83-909B-999F1C9B4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275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FB84957-0AE5-456C-9E6D-66714B98FD7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B5F4E05-6070-4B83-909B-999F1C9B4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801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FB84957-0AE5-456C-9E6D-66714B98FD7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B5F4E05-6070-4B83-909B-999F1C9B4C25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3256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FB84957-0AE5-456C-9E6D-66714B98FD7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B5F4E05-6070-4B83-909B-999F1C9B4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8668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84957-0AE5-456C-9E6D-66714B98FD7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4E05-6070-4B83-909B-999F1C9B4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3302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84957-0AE5-456C-9E6D-66714B98FD7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4E05-6070-4B83-909B-999F1C9B4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9006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84957-0AE5-456C-9E6D-66714B98FD7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F4E05-6070-4B83-909B-999F1C9B4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576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FB84957-0AE5-456C-9E6D-66714B98FD7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B5F4E05-6070-4B83-909B-999F1C9B4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834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84957-0AE5-456C-9E6D-66714B98FD7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F4E05-6070-4B83-909B-999F1C9B4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724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38" r:id="rId13"/>
    <p:sldLayoutId id="2147483839" r:id="rId14"/>
    <p:sldLayoutId id="2147483840" r:id="rId15"/>
    <p:sldLayoutId id="2147483841" r:id="rId16"/>
    <p:sldLayoutId id="2147483842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3821F-A112-C99D-9397-97DED73A4D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en-US" dirty="0"/>
              <a:t>                  </a:t>
            </a: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Projects	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4B7511-74AF-A554-4F09-B33D81C1EA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Praneet Mane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40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76218-B838-F0FB-E50C-830DC96D8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51597"/>
          </a:xfrm>
        </p:spPr>
        <p:txBody>
          <a:bodyPr>
            <a:normAutofit fontScale="90000"/>
          </a:bodyPr>
          <a:lstStyle/>
          <a:p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  <a:endParaRPr lang="en-IN" sz="36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4AAD1-016E-339F-ECD5-5558FFB86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975360"/>
            <a:ext cx="10622280" cy="5596036"/>
          </a:xfrm>
        </p:spPr>
        <p:txBody>
          <a:bodyPr/>
          <a:lstStyle/>
          <a:p>
            <a:pPr marL="0" indent="0">
              <a:buNone/>
            </a:pPr>
            <a:endParaRPr lang="en-US" cap="all" dirty="0">
              <a:latin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</a:rPr>
              <a:t>In this PowerPoint Presentation, we have included some Java Projects which are referenced and completed for demonstrating various systems by use of coding in Java Programming Language.</a:t>
            </a:r>
          </a:p>
          <a:p>
            <a:r>
              <a:rPr lang="en-IN" sz="2400" dirty="0">
                <a:latin typeface="Times New Roman" panose="02020603050405020304" pitchFamily="18" charset="0"/>
              </a:rPr>
              <a:t>It has some projects that include use of Java modules like ‘random’, ‘math’, ‘File’</a:t>
            </a:r>
          </a:p>
          <a:p>
            <a:endParaRPr lang="en-IN" sz="2400" dirty="0">
              <a:latin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</a:rPr>
              <a:t>Here are some simple Java Projects created:    					  A. “Library Management System.”                                                                       	  B. “Word-Counter”.                                                                                                          C. “Time Adder”.                                                                      </a:t>
            </a:r>
          </a:p>
          <a:p>
            <a:endParaRPr lang="en-IN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515107"/>
      </p:ext>
    </p:extLst>
  </p:cSld>
  <p:clrMapOvr>
    <a:masterClrMapping/>
  </p:clrMapOvr>
  <p:transition spd="slow" advClick="0" advTm="50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50721-01BF-8C0F-FC23-587F7C564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2CE8E-0CC3-9900-9A39-56A4754D4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51597"/>
          </a:xfrm>
        </p:spPr>
        <p:txBody>
          <a:bodyPr>
            <a:normAutofit fontScale="90000"/>
          </a:bodyPr>
          <a:lstStyle/>
          <a:p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600" u="sng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</a:t>
            </a:r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sz="3600" u="sng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r>
              <a:rPr lang="en-US" sz="3600" u="sng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Counter</a:t>
            </a:r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IN" sz="36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F11AE-75D9-431C-658F-AB7431FB2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975360"/>
            <a:ext cx="10622280" cy="5596036"/>
          </a:xfrm>
        </p:spPr>
        <p:txBody>
          <a:bodyPr/>
          <a:lstStyle/>
          <a:p>
            <a:pPr marL="0" indent="0">
              <a:buNone/>
            </a:pPr>
            <a:endParaRPr lang="en-US" cap="all" dirty="0">
              <a:latin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</a:rPr>
              <a:t>The user should enter a paragraph of English words. </a:t>
            </a:r>
          </a:p>
          <a:p>
            <a:endParaRPr lang="en-IN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496442"/>
      </p:ext>
    </p:extLst>
  </p:cSld>
  <p:clrMapOvr>
    <a:masterClrMapping/>
  </p:clrMapOvr>
  <p:transition spd="slow" advClick="0" advTm="50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207B8-652C-B163-A728-AC005F5D7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4727C-93D3-5A75-7039-CB561958E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358" y="449179"/>
            <a:ext cx="10821202" cy="6122217"/>
          </a:xfrm>
        </p:spPr>
        <p:txBody>
          <a:bodyPr numCol="2">
            <a:normAutofit lnSpcReduction="10000"/>
          </a:bodyPr>
          <a:lstStyle/>
          <a:p>
            <a:pPr marL="0" indent="0">
              <a:buNone/>
            </a:pPr>
            <a:endParaRPr lang="en-US" cap="all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</a:rPr>
              <a:t>Below is the Java Code for Word Counting from Paragraph entered: 		                         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project_files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java.util.Scanner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word_counter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                                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main(String[]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//Word counter from a given or entered sentence.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Scanner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=new Scanner(System.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("Type your Paragraph: ");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userInput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sc.nextLine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sc.close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userInput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userInput.trim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count =0;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userInput.length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()==0){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count=0;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else{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//count the first word. Trimming removes  	leading spaces before first word.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count++;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for(int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=0;i&lt;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userInput.length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++){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if(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userInput.charAt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)==' ‘&amp;&amp; 			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userInput.charAt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(i+1)!=' ')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	 count++;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("Word count: 	"+count);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413095"/>
      </p:ext>
    </p:extLst>
  </p:cSld>
  <p:clrMapOvr>
    <a:masterClrMapping/>
  </p:clrMapOvr>
  <p:transition spd="slow" advClick="0" advTm="50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1C499-C98D-4DE8-898E-06636F885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8D075-5364-5F3A-6CE4-D2A680FFF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975360"/>
            <a:ext cx="10622280" cy="5596036"/>
          </a:xfrm>
        </p:spPr>
        <p:txBody>
          <a:bodyPr/>
          <a:lstStyle/>
          <a:p>
            <a:pPr marL="0" indent="0">
              <a:buNone/>
            </a:pPr>
            <a:endParaRPr lang="en-US" cap="all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</a:rPr>
              <a:t>Output for Project 1is : </a:t>
            </a:r>
          </a:p>
        </p:txBody>
      </p:sp>
    </p:spTree>
    <p:extLst>
      <p:ext uri="{BB962C8B-B14F-4D97-AF65-F5344CB8AC3E}">
        <p14:creationId xmlns:p14="http://schemas.microsoft.com/office/powerpoint/2010/main" val="871493541"/>
      </p:ext>
    </p:extLst>
  </p:cSld>
  <p:clrMapOvr>
    <a:masterClrMapping/>
  </p:clrMapOvr>
  <p:transition spd="slow" advClick="0" advTm="50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A6BCE-6E8B-0CA4-160A-B5C8FF926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7EF48-4503-EF85-CDA0-AB3A05298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51597"/>
          </a:xfrm>
        </p:spPr>
        <p:txBody>
          <a:bodyPr>
            <a:normAutofit fontScale="90000"/>
          </a:bodyPr>
          <a:lstStyle/>
          <a:p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3600" u="sng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Adder and Subtractor</a:t>
            </a:r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IN" sz="36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4FF7D-8BB8-D675-27DB-015C1E2A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975360"/>
            <a:ext cx="10622280" cy="5596036"/>
          </a:xfrm>
        </p:spPr>
        <p:txBody>
          <a:bodyPr/>
          <a:lstStyle/>
          <a:p>
            <a:pPr marL="0" indent="0">
              <a:buNone/>
            </a:pPr>
            <a:endParaRPr lang="en-US" cap="all" dirty="0">
              <a:latin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</a:rPr>
              <a:t>In this project we calculate time change from the commencement of time and time gap ahead of time entered. </a:t>
            </a:r>
          </a:p>
          <a:p>
            <a:r>
              <a:rPr lang="en-IN" sz="2400" dirty="0">
                <a:latin typeface="Times New Roman" panose="02020603050405020304" pitchFamily="18" charset="0"/>
              </a:rPr>
              <a:t>It provides exact output and performs carry ahead for completion of a second and a minute.</a:t>
            </a:r>
          </a:p>
          <a:p>
            <a:endParaRPr lang="en-IN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717593"/>
      </p:ext>
    </p:extLst>
  </p:cSld>
  <p:clrMapOvr>
    <a:masterClrMapping/>
  </p:clrMapOvr>
  <p:transition spd="slow" advClick="0" advTm="50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4A244-B81F-2CAE-CF83-C56EE3D51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61494-47AA-D236-CFDF-2CDEA1CB2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024" y="409433"/>
            <a:ext cx="11255536" cy="5911157"/>
          </a:xfrm>
        </p:spPr>
        <p:txBody>
          <a:bodyPr numCol="2">
            <a:normAutofit fontScale="25000" lnSpcReduction="20000"/>
          </a:bodyPr>
          <a:lstStyle/>
          <a:p>
            <a:pPr marL="0" indent="0">
              <a:buNone/>
            </a:pPr>
            <a:endParaRPr lang="en-US" sz="700" cap="all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7200" b="1" dirty="0">
                <a:latin typeface="Times New Roman" panose="02020603050405020304" pitchFamily="18" charset="0"/>
              </a:rPr>
              <a:t>Java Code for Project2 is : </a:t>
            </a:r>
            <a:r>
              <a:rPr lang="en-US" sz="2300" b="1" dirty="0">
                <a:latin typeface="Times New Roman" panose="02020603050405020304" pitchFamily="18" charset="0"/>
              </a:rPr>
              <a:t>	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project_files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java.util.Scanner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time_adder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main(String[]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Scanner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Scanner(System.</a:t>
            </a:r>
            <a:r>
              <a:rPr lang="en-IN" sz="7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en-IN" sz="7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current hour: ");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currentHour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sc.nextInt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en-IN" sz="7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current minute: ");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currentMinute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sc.nextInt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en-IN" sz="7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current second: ");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currentSecond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sc.nextInt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en-IN" sz="7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hour to go forward hour: ");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nextHour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sc.nextInt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en-IN" sz="7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minute to go forward: ");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nextMinute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sc.nextInt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en-IN" sz="7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second to go forward: ");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nextSecond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sc.nextInt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answerHour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=0 ,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answerMinute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=0,answerSecond=0;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carrySecond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=0,carryMinute=0;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isNextDay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=false;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answerSecond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currentSecond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nextSecond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if(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answerSecond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&gt;=60){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answerSecond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-=60;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carrySecond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  <a:p>
            <a:pPr marL="0" indent="0">
              <a:buNone/>
            </a:pP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	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answerMinute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currentMinute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nextMinute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			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carrySecond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if(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answerMinute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&gt;=60){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answerMinute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-=60;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carryMinute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answerHour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currentHour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nextHour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carryMinute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if(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answerHour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&gt;=24){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answerHour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-=24;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isNextDay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=true;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if(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isNextDay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){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en-IN" sz="7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("The Answer is:  	"+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answerHour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+" : "+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answerMinute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" : "+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answerSecond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" on the next day");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7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997515"/>
      </p:ext>
    </p:extLst>
  </p:cSld>
  <p:clrMapOvr>
    <a:masterClrMapping/>
  </p:clrMapOvr>
  <p:transition spd="slow" advClick="0" advTm="50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88A8E-3E1F-C202-F142-2DFF0AFCE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692CC-DEB6-D5F8-8895-6A66CDBE7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501" y="545432"/>
            <a:ext cx="11119059" cy="5855368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endParaRPr lang="en-US" cap="all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else{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("The Answer is: "+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answerHour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+" : "+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answerMinute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" : "+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answerSecond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"  on the same day");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carrySecond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answerMinute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currentMinute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nextMinute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carrySecond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answerMinute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&gt;=60){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answerMinute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-=60;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carryMinute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answerHour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currentHour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nextHour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carryMinute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answerHour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&gt;=24){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answerHour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-=24;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>
              <a:buNone/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isNextDay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=true;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isNextDay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){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("The Answer is: 	"+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answerHour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+" : "+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answerMinute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" : "+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answerSecond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" on the next day");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else{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("The Answer is: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"+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answerHour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+" : "+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answerMinute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" : "+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answerSecond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"  on the same day");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}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192836"/>
      </p:ext>
    </p:extLst>
  </p:cSld>
  <p:clrMapOvr>
    <a:masterClrMapping/>
  </p:clrMapOvr>
  <p:transition spd="slow" advClick="0" advTm="50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61A59-3E07-4711-8D5F-3198C3B64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76FAB-B8E8-6CFF-F563-D300BA11C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753533"/>
            <a:ext cx="11109960" cy="5817863"/>
          </a:xfrm>
        </p:spPr>
        <p:txBody>
          <a:bodyPr/>
          <a:lstStyle/>
          <a:p>
            <a:pPr marL="0" indent="0">
              <a:buNone/>
            </a:pPr>
            <a:endParaRPr lang="en-US" cap="all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</a:rPr>
              <a:t>Output for Project2 is : </a:t>
            </a:r>
          </a:p>
        </p:txBody>
      </p:sp>
    </p:spTree>
    <p:extLst>
      <p:ext uri="{BB962C8B-B14F-4D97-AF65-F5344CB8AC3E}">
        <p14:creationId xmlns:p14="http://schemas.microsoft.com/office/powerpoint/2010/main" val="3129963740"/>
      </p:ext>
    </p:extLst>
  </p:cSld>
  <p:clrMapOvr>
    <a:masterClrMapping/>
  </p:clrMapOvr>
  <p:transition spd="slow" advClick="0" advTm="50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DA732-D347-3E61-E944-736D7605B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2FFCF-5986-5D9B-7FBC-6E8F32C58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51597"/>
          </a:xfrm>
        </p:spPr>
        <p:txBody>
          <a:bodyPr>
            <a:normAutofit fontScale="90000"/>
          </a:bodyPr>
          <a:lstStyle/>
          <a:p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3600" u="sng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Management System</a:t>
            </a:r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IN" sz="36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A90B4-E9B0-AB4E-6568-BC8F5BB12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975360"/>
            <a:ext cx="10622280" cy="5596036"/>
          </a:xfrm>
        </p:spPr>
        <p:txBody>
          <a:bodyPr/>
          <a:lstStyle/>
          <a:p>
            <a:pPr marL="0" indent="0">
              <a:buNone/>
            </a:pPr>
            <a:endParaRPr lang="en-US" cap="all" dirty="0">
              <a:latin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</a:rPr>
              <a:t>In this project we add many Books and perform operations as View book list, add book, update book, remove book and exit.</a:t>
            </a:r>
          </a:p>
          <a:p>
            <a:endParaRPr lang="en-IN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802396"/>
      </p:ext>
    </p:extLst>
  </p:cSld>
  <p:clrMapOvr>
    <a:masterClrMapping/>
  </p:clrMapOvr>
  <p:transition spd="slow" advClick="0" advTm="50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BEE82-BE56-659C-F3D6-375D2022C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CB882-0BD0-2D24-A3BD-137CE2B94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347" y="417095"/>
            <a:ext cx="11206213" cy="6154301"/>
          </a:xfrm>
        </p:spPr>
        <p:txBody>
          <a:bodyPr numCol="2">
            <a:normAutofit fontScale="55000" lnSpcReduction="20000"/>
          </a:bodyPr>
          <a:lstStyle/>
          <a:p>
            <a:pPr marL="0" indent="0">
              <a:buNone/>
            </a:pPr>
            <a:endParaRPr lang="en-US" cap="all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</a:rPr>
              <a:t>Below is Code for Project 3:                                                                  </a:t>
            </a:r>
            <a:r>
              <a:rPr lang="en-IN" sz="2600" dirty="0"/>
              <a:t>package </a:t>
            </a:r>
            <a:r>
              <a:rPr lang="en-IN" sz="2600" dirty="0" err="1"/>
              <a:t>com.company</a:t>
            </a:r>
            <a:r>
              <a:rPr lang="en-IN" sz="2600" dirty="0"/>
              <a:t>;</a:t>
            </a:r>
            <a:br>
              <a:rPr lang="en-IN" sz="2600" dirty="0"/>
            </a:br>
            <a:r>
              <a:rPr lang="en-IN" sz="2600" dirty="0"/>
              <a:t>import </a:t>
            </a:r>
            <a:r>
              <a:rPr lang="en-IN" sz="2600" dirty="0" err="1"/>
              <a:t>java.util.Scanner</a:t>
            </a:r>
            <a:r>
              <a:rPr lang="en-IN" sz="2600" dirty="0"/>
              <a:t>;</a:t>
            </a:r>
            <a:br>
              <a:rPr lang="en-IN" sz="2600" dirty="0"/>
            </a:br>
            <a:br>
              <a:rPr lang="en-IN" sz="2600" dirty="0"/>
            </a:br>
            <a:r>
              <a:rPr lang="en-IN" sz="2600" dirty="0"/>
              <a:t>class Library{</a:t>
            </a:r>
            <a:br>
              <a:rPr lang="en-IN" sz="2600" dirty="0"/>
            </a:br>
            <a:r>
              <a:rPr lang="en-IN" sz="2600" dirty="0"/>
              <a:t>    String[]books;</a:t>
            </a:r>
            <a:br>
              <a:rPr lang="en-IN" sz="2600" dirty="0"/>
            </a:br>
            <a:r>
              <a:rPr lang="en-IN" sz="2600" dirty="0"/>
              <a:t>    int </a:t>
            </a:r>
            <a:r>
              <a:rPr lang="en-IN" sz="2600" dirty="0" err="1"/>
              <a:t>numBooks</a:t>
            </a:r>
            <a:r>
              <a:rPr lang="en-IN" sz="2600" dirty="0"/>
              <a:t>;</a:t>
            </a:r>
            <a:br>
              <a:rPr lang="en-IN" sz="2600" dirty="0"/>
            </a:br>
            <a:r>
              <a:rPr lang="en-IN" sz="2600" dirty="0"/>
              <a:t>    Library(){</a:t>
            </a:r>
            <a:br>
              <a:rPr lang="en-IN" sz="2600" dirty="0"/>
            </a:br>
            <a:r>
              <a:rPr lang="en-IN" sz="2600" dirty="0"/>
              <a:t>        </a:t>
            </a:r>
            <a:r>
              <a:rPr lang="en-IN" sz="2600" dirty="0" err="1"/>
              <a:t>this.books</a:t>
            </a:r>
            <a:r>
              <a:rPr lang="en-IN" sz="2600" dirty="0"/>
              <a:t> =new String[100];</a:t>
            </a:r>
            <a:br>
              <a:rPr lang="en-IN" sz="2600" dirty="0"/>
            </a:br>
            <a:r>
              <a:rPr lang="en-IN" sz="2600" dirty="0"/>
              <a:t>        </a:t>
            </a:r>
            <a:r>
              <a:rPr lang="en-IN" sz="2600" dirty="0" err="1"/>
              <a:t>this.numBooks</a:t>
            </a:r>
            <a:r>
              <a:rPr lang="en-IN" sz="2600" dirty="0"/>
              <a:t>=0;</a:t>
            </a:r>
            <a:br>
              <a:rPr lang="en-IN" sz="2600" dirty="0"/>
            </a:br>
            <a:r>
              <a:rPr lang="en-IN" sz="2600" dirty="0"/>
              <a:t>    }</a:t>
            </a:r>
            <a:br>
              <a:rPr lang="en-IN" sz="2600" dirty="0"/>
            </a:br>
            <a:r>
              <a:rPr lang="en-IN" sz="2600" dirty="0"/>
              <a:t>   void </a:t>
            </a:r>
            <a:r>
              <a:rPr lang="en-IN" sz="2600" dirty="0" err="1"/>
              <a:t>addBook</a:t>
            </a:r>
            <a:r>
              <a:rPr lang="en-IN" sz="2600" dirty="0"/>
              <a:t>(String book) {</a:t>
            </a:r>
            <a:br>
              <a:rPr lang="en-IN" sz="2600" dirty="0"/>
            </a:br>
            <a:r>
              <a:rPr lang="en-IN" sz="2600" dirty="0"/>
              <a:t>       </a:t>
            </a:r>
            <a:r>
              <a:rPr lang="en-IN" sz="2600" dirty="0" err="1"/>
              <a:t>this.books</a:t>
            </a:r>
            <a:r>
              <a:rPr lang="en-IN" sz="2600" dirty="0"/>
              <a:t>[</a:t>
            </a:r>
            <a:r>
              <a:rPr lang="en-IN" sz="2600" dirty="0" err="1"/>
              <a:t>numBooks</a:t>
            </a:r>
            <a:r>
              <a:rPr lang="en-IN" sz="2600" dirty="0"/>
              <a:t>] = book;</a:t>
            </a:r>
            <a:br>
              <a:rPr lang="en-IN" sz="2600" dirty="0"/>
            </a:br>
            <a:r>
              <a:rPr lang="en-IN" sz="2600" dirty="0"/>
              <a:t>       </a:t>
            </a:r>
            <a:r>
              <a:rPr lang="en-IN" sz="2600" dirty="0" err="1"/>
              <a:t>numBooks</a:t>
            </a:r>
            <a:r>
              <a:rPr lang="en-IN" sz="2600" dirty="0"/>
              <a:t>++;</a:t>
            </a:r>
            <a:br>
              <a:rPr lang="en-IN" sz="2600" dirty="0"/>
            </a:br>
            <a:r>
              <a:rPr lang="en-IN" sz="2600" dirty="0"/>
              <a:t>       </a:t>
            </a:r>
            <a:r>
              <a:rPr lang="en-IN" sz="2600" dirty="0" err="1"/>
              <a:t>System.</a:t>
            </a:r>
            <a:r>
              <a:rPr lang="en-IN" sz="2600" i="1" dirty="0" err="1"/>
              <a:t>out</a:t>
            </a:r>
            <a:r>
              <a:rPr lang="en-IN" sz="2600" dirty="0" err="1"/>
              <a:t>.println</a:t>
            </a:r>
            <a:r>
              <a:rPr lang="en-IN" sz="2600" dirty="0"/>
              <a:t>(book + " has been added.");</a:t>
            </a:r>
            <a:br>
              <a:rPr lang="en-IN" sz="2600" dirty="0"/>
            </a:br>
            <a:r>
              <a:rPr lang="en-IN" sz="2600" dirty="0"/>
              <a:t>   }</a:t>
            </a:r>
            <a:br>
              <a:rPr lang="en-IN" sz="2600" dirty="0"/>
            </a:br>
            <a:r>
              <a:rPr lang="en-IN" sz="2600" dirty="0"/>
              <a:t>   void </a:t>
            </a:r>
            <a:r>
              <a:rPr lang="en-IN" sz="2600" dirty="0" err="1"/>
              <a:t>showAvailableBooks</a:t>
            </a:r>
            <a:r>
              <a:rPr lang="en-IN" sz="2600" dirty="0"/>
              <a:t>() {</a:t>
            </a:r>
            <a:br>
              <a:rPr lang="en-IN" sz="2600" dirty="0"/>
            </a:br>
            <a:r>
              <a:rPr lang="en-IN" sz="2600" dirty="0"/>
              <a:t>       </a:t>
            </a:r>
            <a:r>
              <a:rPr lang="en-IN" sz="2600" dirty="0" err="1"/>
              <a:t>System.</a:t>
            </a:r>
            <a:r>
              <a:rPr lang="en-IN" sz="2600" i="1" dirty="0" err="1"/>
              <a:t>out</a:t>
            </a:r>
            <a:r>
              <a:rPr lang="en-IN" sz="2600" dirty="0" err="1"/>
              <a:t>.println</a:t>
            </a:r>
            <a:r>
              <a:rPr lang="en-IN" sz="2600" dirty="0"/>
              <a:t>("Available Books are:");</a:t>
            </a:r>
            <a:br>
              <a:rPr lang="en-IN" sz="2600" dirty="0"/>
            </a:br>
            <a:r>
              <a:rPr lang="en-IN" sz="2600" dirty="0"/>
              <a:t>       for (String book : </a:t>
            </a:r>
            <a:r>
              <a:rPr lang="en-IN" sz="2600" dirty="0" err="1"/>
              <a:t>this.books</a:t>
            </a:r>
            <a:r>
              <a:rPr lang="en-IN" sz="2600" dirty="0"/>
              <a:t>) {</a:t>
            </a:r>
            <a:br>
              <a:rPr lang="en-IN" sz="2600" dirty="0"/>
            </a:br>
            <a:r>
              <a:rPr lang="en-IN" sz="2600" dirty="0"/>
              <a:t>           if (books == null) {</a:t>
            </a:r>
            <a:br>
              <a:rPr lang="en-IN" sz="2600" dirty="0"/>
            </a:br>
            <a:r>
              <a:rPr lang="en-IN" sz="2600" dirty="0"/>
              <a:t>               continue;</a:t>
            </a:r>
            <a:br>
              <a:rPr lang="en-IN" sz="2600" dirty="0"/>
            </a:br>
            <a:r>
              <a:rPr lang="en-IN" sz="2600" dirty="0"/>
              <a:t>           } else {</a:t>
            </a:r>
            <a:br>
              <a:rPr lang="en-IN" sz="2600" dirty="0"/>
            </a:br>
            <a:r>
              <a:rPr lang="en-IN" sz="2600" dirty="0"/>
              <a:t>               </a:t>
            </a:r>
            <a:r>
              <a:rPr lang="en-IN" sz="2600" dirty="0" err="1"/>
              <a:t>System.</a:t>
            </a:r>
            <a:r>
              <a:rPr lang="en-IN" sz="2600" i="1" dirty="0" err="1"/>
              <a:t>out</a:t>
            </a:r>
            <a:r>
              <a:rPr lang="en-IN" sz="2600" dirty="0" err="1"/>
              <a:t>.println</a:t>
            </a:r>
            <a:r>
              <a:rPr lang="en-IN" sz="2600" dirty="0"/>
              <a:t>("*" + book);</a:t>
            </a:r>
            <a:br>
              <a:rPr lang="en-IN" sz="2600" dirty="0"/>
            </a:br>
            <a:r>
              <a:rPr lang="en-IN" sz="2600" dirty="0"/>
              <a:t>               </a:t>
            </a:r>
            <a:r>
              <a:rPr lang="en-IN" sz="2600" dirty="0" err="1"/>
              <a:t>System.</a:t>
            </a:r>
            <a:r>
              <a:rPr lang="en-IN" sz="2600" i="1" dirty="0" err="1"/>
              <a:t>out</a:t>
            </a:r>
            <a:r>
              <a:rPr lang="en-IN" sz="2600" dirty="0" err="1"/>
              <a:t>.println</a:t>
            </a:r>
            <a:r>
              <a:rPr lang="en-IN" sz="2600" dirty="0"/>
              <a:t>("The book count is: "+ </a:t>
            </a:r>
            <a:r>
              <a:rPr lang="en-IN" sz="2600" dirty="0" err="1"/>
              <a:t>numBooks</a:t>
            </a:r>
            <a:r>
              <a:rPr lang="en-IN" sz="2600" dirty="0"/>
              <a:t>);</a:t>
            </a:r>
            <a:br>
              <a:rPr lang="en-IN" sz="2600" dirty="0"/>
            </a:br>
            <a:r>
              <a:rPr lang="en-IN" sz="2600" dirty="0"/>
              <a:t>               break;</a:t>
            </a:r>
            <a:br>
              <a:rPr lang="en-IN" sz="2600" dirty="0"/>
            </a:br>
            <a:r>
              <a:rPr lang="en-IN" sz="2600" dirty="0"/>
              <a:t>           }</a:t>
            </a:r>
            <a:br>
              <a:rPr lang="en-IN" sz="2600" dirty="0"/>
            </a:br>
            <a:r>
              <a:rPr lang="en-IN" sz="2600" dirty="0"/>
              <a:t>       }</a:t>
            </a:r>
            <a:br>
              <a:rPr lang="en-IN" sz="2600" dirty="0"/>
            </a:br>
            <a:r>
              <a:rPr lang="en-IN" sz="2600" dirty="0"/>
              <a:t>   }</a:t>
            </a:r>
            <a:br>
              <a:rPr lang="en-IN" sz="2600" dirty="0"/>
            </a:br>
            <a:r>
              <a:rPr lang="en-IN" sz="2600" dirty="0"/>
              <a:t>   void </a:t>
            </a:r>
            <a:r>
              <a:rPr lang="en-IN" sz="2600" dirty="0" err="1"/>
              <a:t>issueBook</a:t>
            </a:r>
            <a:r>
              <a:rPr lang="en-IN" sz="2600" dirty="0"/>
              <a:t>(String book){</a:t>
            </a:r>
            <a:br>
              <a:rPr lang="en-IN" sz="2600" dirty="0"/>
            </a:br>
            <a:r>
              <a:rPr lang="en-IN" sz="2600" dirty="0"/>
              <a:t>        for(int </a:t>
            </a:r>
            <a:r>
              <a:rPr lang="en-IN" sz="2600" dirty="0" err="1"/>
              <a:t>i</a:t>
            </a:r>
            <a:r>
              <a:rPr lang="en-IN" sz="2600" dirty="0"/>
              <a:t>=0;i&lt;</a:t>
            </a:r>
            <a:r>
              <a:rPr lang="en-IN" sz="2600" dirty="0" err="1"/>
              <a:t>this.books.length;i</a:t>
            </a:r>
            <a:r>
              <a:rPr lang="en-IN" sz="2600" dirty="0"/>
              <a:t>++){</a:t>
            </a:r>
            <a:br>
              <a:rPr lang="en-IN" sz="2600" dirty="0"/>
            </a:br>
            <a:r>
              <a:rPr lang="en-IN" sz="2600" dirty="0"/>
              <a:t>            if (</a:t>
            </a:r>
            <a:r>
              <a:rPr lang="en-IN" sz="2600" dirty="0" err="1"/>
              <a:t>this.books</a:t>
            </a:r>
            <a:r>
              <a:rPr lang="en-IN" sz="2600" dirty="0"/>
              <a:t>[</a:t>
            </a:r>
            <a:r>
              <a:rPr lang="en-IN" sz="2600" dirty="0" err="1"/>
              <a:t>i</a:t>
            </a:r>
            <a:r>
              <a:rPr lang="en-IN" sz="2600" dirty="0"/>
              <a:t>].equals(book)) {</a:t>
            </a:r>
            <a:br>
              <a:rPr lang="en-IN" sz="2600" dirty="0"/>
            </a:br>
            <a:r>
              <a:rPr lang="en-IN" sz="2600" dirty="0"/>
              <a:t>                </a:t>
            </a:r>
            <a:r>
              <a:rPr lang="en-IN" sz="2600" dirty="0" err="1"/>
              <a:t>System.</a:t>
            </a:r>
            <a:r>
              <a:rPr lang="en-IN" sz="2600" i="1" dirty="0" err="1"/>
              <a:t>out</a:t>
            </a:r>
            <a:r>
              <a:rPr lang="en-IN" sz="2600" dirty="0" err="1"/>
              <a:t>.println</a:t>
            </a:r>
            <a:r>
              <a:rPr lang="en-IN" sz="2600" dirty="0"/>
              <a:t>("The book has been issued: " + book);</a:t>
            </a:r>
            <a:br>
              <a:rPr lang="en-IN" sz="2600" dirty="0"/>
            </a:br>
            <a:r>
              <a:rPr lang="en-IN" sz="2600" dirty="0"/>
              <a:t>                </a:t>
            </a:r>
            <a:r>
              <a:rPr lang="en-IN" sz="2600" dirty="0" err="1"/>
              <a:t>this.books</a:t>
            </a:r>
            <a:r>
              <a:rPr lang="en-IN" sz="2600" dirty="0"/>
              <a:t>[</a:t>
            </a:r>
            <a:r>
              <a:rPr lang="en-IN" sz="2600" dirty="0" err="1"/>
              <a:t>i</a:t>
            </a:r>
            <a:r>
              <a:rPr lang="en-IN" sz="2600" dirty="0"/>
              <a:t>]=null;</a:t>
            </a:r>
            <a:br>
              <a:rPr lang="en-IN" sz="2600" dirty="0"/>
            </a:br>
            <a:r>
              <a:rPr lang="en-IN" sz="2600" dirty="0"/>
              <a:t>                </a:t>
            </a:r>
          </a:p>
          <a:p>
            <a:pPr marL="0" indent="0">
              <a:buNone/>
            </a:pPr>
            <a:endParaRPr lang="en-IN" sz="2600" dirty="0"/>
          </a:p>
          <a:p>
            <a:pPr marL="0" indent="0">
              <a:buNone/>
            </a:pPr>
            <a:endParaRPr lang="en-IN" sz="2600" dirty="0"/>
          </a:p>
          <a:p>
            <a:pPr marL="0" indent="0">
              <a:buNone/>
            </a:pPr>
            <a:endParaRPr lang="en-IN" sz="2600" dirty="0"/>
          </a:p>
          <a:p>
            <a:pPr marL="0" indent="0">
              <a:buNone/>
            </a:pPr>
            <a:endParaRPr lang="en-IN" sz="2600" dirty="0"/>
          </a:p>
          <a:p>
            <a:pPr marL="0" indent="0">
              <a:buNone/>
            </a:pPr>
            <a:endParaRPr lang="en-IN" sz="2600" dirty="0"/>
          </a:p>
          <a:p>
            <a:pPr marL="0" indent="0">
              <a:buNone/>
            </a:pPr>
            <a:r>
              <a:rPr lang="en-IN" sz="2600" dirty="0"/>
              <a:t>return;</a:t>
            </a:r>
            <a:br>
              <a:rPr lang="en-IN" sz="2600" dirty="0"/>
            </a:br>
            <a:r>
              <a:rPr lang="en-IN" sz="2600" dirty="0"/>
              <a:t>            }</a:t>
            </a:r>
            <a:br>
              <a:rPr lang="en-IN" sz="2600" dirty="0"/>
            </a:br>
            <a:r>
              <a:rPr lang="en-IN" sz="2600" dirty="0"/>
              <a:t>            </a:t>
            </a:r>
            <a:r>
              <a:rPr lang="en-IN" sz="2600" dirty="0" err="1"/>
              <a:t>System.</a:t>
            </a:r>
            <a:r>
              <a:rPr lang="en-IN" sz="2600" i="1" dirty="0" err="1"/>
              <a:t>out</a:t>
            </a:r>
            <a:r>
              <a:rPr lang="en-IN" sz="2600" dirty="0" err="1"/>
              <a:t>.println</a:t>
            </a:r>
            <a:r>
              <a:rPr lang="en-IN" sz="2600" dirty="0"/>
              <a:t>("*"+book);</a:t>
            </a:r>
            <a:br>
              <a:rPr lang="en-IN" sz="2600" dirty="0"/>
            </a:br>
            <a:r>
              <a:rPr lang="en-IN" sz="2600" dirty="0"/>
              <a:t>            </a:t>
            </a:r>
            <a:r>
              <a:rPr lang="en-IN" sz="2600" dirty="0" err="1"/>
              <a:t>System.</a:t>
            </a:r>
            <a:r>
              <a:rPr lang="en-IN" sz="2600" i="1" dirty="0" err="1"/>
              <a:t>out</a:t>
            </a:r>
            <a:r>
              <a:rPr lang="en-IN" sz="2600" dirty="0" err="1"/>
              <a:t>.println</a:t>
            </a:r>
            <a:r>
              <a:rPr lang="en-IN" sz="2600" dirty="0"/>
              <a:t>("The book count is: "+</a:t>
            </a:r>
            <a:r>
              <a:rPr lang="en-IN" sz="2600" dirty="0" err="1"/>
              <a:t>numBooks</a:t>
            </a:r>
            <a:r>
              <a:rPr lang="en-IN" sz="2600" dirty="0"/>
              <a:t>);</a:t>
            </a:r>
            <a:br>
              <a:rPr lang="en-IN" sz="2600" dirty="0"/>
            </a:br>
            <a:r>
              <a:rPr lang="en-IN" sz="2600" dirty="0"/>
              <a:t>        }</a:t>
            </a:r>
            <a:br>
              <a:rPr lang="en-IN" sz="2600" dirty="0"/>
            </a:br>
            <a:r>
              <a:rPr lang="en-IN" sz="2600" dirty="0"/>
              <a:t>       </a:t>
            </a:r>
            <a:r>
              <a:rPr lang="en-IN" sz="2600" dirty="0" err="1"/>
              <a:t>System.</a:t>
            </a:r>
            <a:r>
              <a:rPr lang="en-IN" sz="2600" i="1" dirty="0" err="1"/>
              <a:t>out</a:t>
            </a:r>
            <a:r>
              <a:rPr lang="en-IN" sz="2600" dirty="0" err="1"/>
              <a:t>.println</a:t>
            </a:r>
            <a:r>
              <a:rPr lang="en-IN" sz="2600" dirty="0"/>
              <a:t>("This book does not exist");</a:t>
            </a:r>
            <a:br>
              <a:rPr lang="en-IN" sz="2600" dirty="0"/>
            </a:br>
            <a:r>
              <a:rPr lang="en-IN" sz="2600" dirty="0"/>
              <a:t>   }</a:t>
            </a:r>
            <a:br>
              <a:rPr lang="en-IN" sz="2600" dirty="0"/>
            </a:br>
            <a:r>
              <a:rPr lang="en-IN" sz="2600" dirty="0"/>
              <a:t>   void </a:t>
            </a:r>
            <a:r>
              <a:rPr lang="en-IN" sz="2600" dirty="0" err="1"/>
              <a:t>returnBook</a:t>
            </a:r>
            <a:r>
              <a:rPr lang="en-IN" sz="2600" dirty="0"/>
              <a:t>(String book){</a:t>
            </a:r>
            <a:br>
              <a:rPr lang="en-IN" sz="2600" dirty="0"/>
            </a:br>
            <a:r>
              <a:rPr lang="en-IN" sz="2600" dirty="0"/>
              <a:t>       </a:t>
            </a:r>
            <a:r>
              <a:rPr lang="en-IN" sz="2600" dirty="0" err="1"/>
              <a:t>System.</a:t>
            </a:r>
            <a:r>
              <a:rPr lang="en-IN" sz="2600" i="1" dirty="0" err="1"/>
              <a:t>out</a:t>
            </a:r>
            <a:r>
              <a:rPr lang="en-IN" sz="2600" dirty="0" err="1"/>
              <a:t>.println</a:t>
            </a:r>
            <a:r>
              <a:rPr lang="en-IN" sz="2600" dirty="0"/>
              <a:t>("The book has been </a:t>
            </a:r>
            <a:r>
              <a:rPr lang="en-IN" sz="2600" dirty="0" err="1"/>
              <a:t>returned."+book</a:t>
            </a:r>
            <a:r>
              <a:rPr lang="en-IN" sz="2600" dirty="0"/>
              <a:t>);</a:t>
            </a:r>
            <a:br>
              <a:rPr lang="en-IN" sz="2600" dirty="0"/>
            </a:br>
            <a:r>
              <a:rPr lang="en-IN" sz="2600" dirty="0"/>
              <a:t>       </a:t>
            </a:r>
            <a:r>
              <a:rPr lang="en-IN" sz="2600" dirty="0" err="1"/>
              <a:t>addBook</a:t>
            </a:r>
            <a:r>
              <a:rPr lang="en-IN" sz="2600" dirty="0"/>
              <a:t>(book);</a:t>
            </a:r>
            <a:br>
              <a:rPr lang="en-IN" sz="2600" dirty="0"/>
            </a:br>
            <a:r>
              <a:rPr lang="en-IN" sz="2600" dirty="0"/>
              <a:t>       </a:t>
            </a:r>
            <a:r>
              <a:rPr lang="en-IN" sz="2600" dirty="0" err="1"/>
              <a:t>System.</a:t>
            </a:r>
            <a:r>
              <a:rPr lang="en-IN" sz="2600" i="1" dirty="0" err="1"/>
              <a:t>out</a:t>
            </a:r>
            <a:r>
              <a:rPr lang="en-IN" sz="2600" dirty="0" err="1"/>
              <a:t>.println</a:t>
            </a:r>
            <a:r>
              <a:rPr lang="en-IN" sz="2600" dirty="0"/>
              <a:t>("The book count is: "+ </a:t>
            </a:r>
            <a:r>
              <a:rPr lang="en-IN" sz="2600" dirty="0" err="1"/>
              <a:t>numBooks</a:t>
            </a:r>
            <a:r>
              <a:rPr lang="en-IN" sz="2600" dirty="0"/>
              <a:t>);</a:t>
            </a:r>
            <a:br>
              <a:rPr lang="en-IN" sz="2600" dirty="0"/>
            </a:br>
            <a:r>
              <a:rPr lang="en-IN" sz="2600" dirty="0"/>
              <a:t>   }</a:t>
            </a:r>
            <a:br>
              <a:rPr lang="en-IN" sz="2600" dirty="0"/>
            </a:br>
            <a:r>
              <a:rPr lang="en-IN" sz="2600" dirty="0"/>
              <a:t>}</a:t>
            </a:r>
            <a:br>
              <a:rPr lang="en-IN" sz="2600" dirty="0"/>
            </a:br>
            <a:br>
              <a:rPr lang="en-IN" sz="2600" dirty="0"/>
            </a:br>
            <a:r>
              <a:rPr lang="en-IN" sz="2600" dirty="0"/>
              <a:t>public class exercise4 {</a:t>
            </a:r>
            <a:br>
              <a:rPr lang="en-IN" sz="2600" dirty="0"/>
            </a:br>
            <a:r>
              <a:rPr lang="en-IN" sz="2600" dirty="0"/>
              <a:t>    public static void main(String[] </a:t>
            </a:r>
            <a:r>
              <a:rPr lang="en-IN" sz="2600" dirty="0" err="1"/>
              <a:t>args</a:t>
            </a:r>
            <a:r>
              <a:rPr lang="en-IN" sz="2600" dirty="0"/>
              <a:t>) {</a:t>
            </a:r>
            <a:br>
              <a:rPr lang="en-IN" sz="2600" dirty="0"/>
            </a:br>
            <a:r>
              <a:rPr lang="en-IN" sz="2600" dirty="0"/>
              <a:t>        //Implement Library class using Java class Library.</a:t>
            </a:r>
            <a:br>
              <a:rPr lang="en-IN" sz="2600" dirty="0"/>
            </a:br>
            <a:r>
              <a:rPr lang="en-IN" sz="2600" dirty="0"/>
              <a:t>        //Method: </a:t>
            </a:r>
            <a:r>
              <a:rPr lang="en-IN" sz="2600" dirty="0" err="1"/>
              <a:t>addBook,issueBook,returnBook,showAvailableBooks</a:t>
            </a:r>
            <a:r>
              <a:rPr lang="en-IN" sz="2600" dirty="0"/>
              <a:t>.</a:t>
            </a:r>
            <a:br>
              <a:rPr lang="en-IN" sz="2600" dirty="0"/>
            </a:br>
            <a:r>
              <a:rPr lang="en-IN" sz="2600" dirty="0"/>
              <a:t>        //Properties: Array to store available books.</a:t>
            </a:r>
            <a:br>
              <a:rPr lang="en-IN" sz="2600" dirty="0"/>
            </a:br>
            <a:r>
              <a:rPr lang="en-IN" sz="2600" dirty="0"/>
              <a:t>        //Array to store issue books.</a:t>
            </a:r>
            <a:br>
              <a:rPr lang="en-IN" sz="2600" dirty="0"/>
            </a:br>
            <a:r>
              <a:rPr lang="en-IN" sz="2600" dirty="0"/>
              <a:t>        Library </a:t>
            </a:r>
            <a:r>
              <a:rPr lang="en-IN" sz="2600" dirty="0" err="1"/>
              <a:t>centralLibrary</a:t>
            </a:r>
            <a:r>
              <a:rPr lang="en-IN" sz="2600" dirty="0"/>
              <a:t> =new Library();</a:t>
            </a:r>
            <a:br>
              <a:rPr lang="en-IN" sz="2600" dirty="0"/>
            </a:br>
            <a:r>
              <a:rPr lang="en-IN" sz="2600" dirty="0"/>
              <a:t>        </a:t>
            </a:r>
            <a:r>
              <a:rPr lang="en-IN" sz="2600" dirty="0" err="1"/>
              <a:t>centralLibrary.addBook</a:t>
            </a:r>
            <a:r>
              <a:rPr lang="en-IN" sz="2600" dirty="0"/>
              <a:t>("Wings Of Fire");</a:t>
            </a:r>
            <a:br>
              <a:rPr lang="en-IN" sz="2600" dirty="0"/>
            </a:br>
            <a:r>
              <a:rPr lang="en-IN" sz="2600" dirty="0"/>
              <a:t>        </a:t>
            </a:r>
            <a:r>
              <a:rPr lang="en-IN" sz="2600" dirty="0" err="1"/>
              <a:t>centralLibrary.showAvailableBooks</a:t>
            </a:r>
            <a:r>
              <a:rPr lang="en-IN" sz="2600" dirty="0"/>
              <a:t>();</a:t>
            </a:r>
            <a:br>
              <a:rPr lang="en-IN" sz="2600" dirty="0"/>
            </a:br>
            <a:r>
              <a:rPr lang="en-IN" sz="2600" dirty="0"/>
              <a:t>        </a:t>
            </a:r>
            <a:r>
              <a:rPr lang="en-IN" sz="2600" dirty="0" err="1"/>
              <a:t>centralLibrary.addBook</a:t>
            </a:r>
            <a:r>
              <a:rPr lang="en-IN" sz="2600" dirty="0"/>
              <a:t>("C++ Coding");</a:t>
            </a:r>
            <a:br>
              <a:rPr lang="en-IN" sz="2600" dirty="0"/>
            </a:br>
            <a:r>
              <a:rPr lang="en-IN" sz="2600" dirty="0"/>
              <a:t>        </a:t>
            </a:r>
            <a:r>
              <a:rPr lang="en-IN" sz="2600" dirty="0" err="1"/>
              <a:t>centralLibrary.addBook</a:t>
            </a:r>
            <a:r>
              <a:rPr lang="en-IN" sz="2600" dirty="0"/>
              <a:t>("Our Mind");</a:t>
            </a:r>
            <a:br>
              <a:rPr lang="en-IN" sz="2600" dirty="0"/>
            </a:br>
            <a:r>
              <a:rPr lang="en-IN" sz="2600" dirty="0"/>
              <a:t>        </a:t>
            </a:r>
            <a:r>
              <a:rPr lang="en-IN" sz="2600" dirty="0" err="1"/>
              <a:t>centralLibrary.showAvailableBooks</a:t>
            </a:r>
            <a:r>
              <a:rPr lang="en-IN" sz="2600" dirty="0"/>
              <a:t>();</a:t>
            </a:r>
            <a:br>
              <a:rPr lang="en-IN" sz="2600" dirty="0"/>
            </a:br>
            <a:r>
              <a:rPr lang="en-IN" sz="2600" dirty="0"/>
              <a:t>        </a:t>
            </a:r>
            <a:r>
              <a:rPr lang="en-IN" sz="2600" dirty="0" err="1"/>
              <a:t>centralLibrary.issueBook</a:t>
            </a:r>
            <a:r>
              <a:rPr lang="en-IN" sz="2600" dirty="0"/>
              <a:t>("C++ Coding");</a:t>
            </a:r>
            <a:br>
              <a:rPr lang="en-IN" sz="2600" dirty="0"/>
            </a:br>
            <a:r>
              <a:rPr lang="en-IN" sz="2600" dirty="0"/>
              <a:t>        </a:t>
            </a:r>
            <a:r>
              <a:rPr lang="en-IN" sz="2600" dirty="0" err="1"/>
              <a:t>centralLibrary.returnBook</a:t>
            </a:r>
            <a:r>
              <a:rPr lang="en-IN" sz="2600" dirty="0"/>
              <a:t>("C++ Coding");</a:t>
            </a:r>
            <a:br>
              <a:rPr lang="en-IN" sz="2600" dirty="0"/>
            </a:br>
            <a:r>
              <a:rPr lang="en-IN" sz="2600" dirty="0"/>
              <a:t>    }</a:t>
            </a:r>
            <a:br>
              <a:rPr lang="en-IN" sz="2600" dirty="0"/>
            </a:br>
            <a:r>
              <a:rPr lang="en-IN" sz="2600" dirty="0"/>
              <a:t>}</a:t>
            </a:r>
            <a:br>
              <a:rPr lang="en-IN" sz="2600" dirty="0"/>
            </a:br>
            <a:r>
              <a:rPr lang="en-US" sz="2300" b="1" dirty="0">
                <a:latin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97898782"/>
      </p:ext>
    </p:extLst>
  </p:cSld>
  <p:clrMapOvr>
    <a:masterClrMapping/>
  </p:clrMapOvr>
  <p:transition spd="slow" advClick="0" advTm="50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53D27-4E9B-5DE2-BFEC-EA67F32E3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AF2BE-F8BF-C079-B1DE-73AD867D2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99533"/>
            <a:ext cx="11262360" cy="6071863"/>
          </a:xfrm>
        </p:spPr>
        <p:txBody>
          <a:bodyPr/>
          <a:lstStyle/>
          <a:p>
            <a:pPr marL="0" indent="0">
              <a:buNone/>
            </a:pPr>
            <a:endParaRPr lang="en-US" cap="all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</a:rPr>
              <a:t>Output for Project3 is : </a:t>
            </a:r>
          </a:p>
        </p:txBody>
      </p:sp>
    </p:spTree>
    <p:extLst>
      <p:ext uri="{BB962C8B-B14F-4D97-AF65-F5344CB8AC3E}">
        <p14:creationId xmlns:p14="http://schemas.microsoft.com/office/powerpoint/2010/main" val="3251341761"/>
      </p:ext>
    </p:extLst>
  </p:cSld>
  <p:clrMapOvr>
    <a:masterClrMapping/>
  </p:clrMapOvr>
  <p:transition spd="slow" advClick="0" advTm="50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06B81-E03E-6B23-9A7C-EEAABF29F3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US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en-US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cap="none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376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142</TotalTime>
  <Words>1520</Words>
  <Application>Microsoft Office PowerPoint</Application>
  <PresentationFormat>Widescreen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Times New Roman</vt:lpstr>
      <vt:lpstr>Vapor Trail</vt:lpstr>
      <vt:lpstr>                  Java Projects </vt:lpstr>
      <vt:lpstr>1. Introduction</vt:lpstr>
      <vt:lpstr>2. Projects: A.Word Counter: </vt:lpstr>
      <vt:lpstr>PowerPoint Presentation</vt:lpstr>
      <vt:lpstr>PowerPoint Presentation</vt:lpstr>
      <vt:lpstr>B. Time Adder and Subtractor: </vt:lpstr>
      <vt:lpstr>PowerPoint Presentation</vt:lpstr>
      <vt:lpstr>PowerPoint Presentation</vt:lpstr>
      <vt:lpstr>PowerPoint Presentation</vt:lpstr>
      <vt:lpstr>C. Library Management System: </vt:lpstr>
      <vt:lpstr>PowerPoint Presentation</vt:lpstr>
      <vt:lpstr>PowerPoint Presentation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Praneet Mane</dc:creator>
  <cp:lastModifiedBy>Swapnil Chopade</cp:lastModifiedBy>
  <cp:revision>12</cp:revision>
  <dcterms:created xsi:type="dcterms:W3CDTF">2026-02-03T11:19:47Z</dcterms:created>
  <dcterms:modified xsi:type="dcterms:W3CDTF">2026-03-28T14:49:50Z</dcterms:modified>
</cp:coreProperties>
</file>