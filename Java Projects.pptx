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1"/>
  </p:sldMasterIdLst>
  <p:sldIdLst>
    <p:sldId id="256" r:id="rId2"/>
    <p:sldId id="257" r:id="rId3"/>
    <p:sldId id="261" r:id="rId4"/>
    <p:sldId id="262" r:id="rId5"/>
    <p:sldId id="264" r:id="rId6"/>
    <p:sldId id="273" r:id="rId7"/>
    <p:sldId id="263" r:id="rId8"/>
    <p:sldId id="266" r:id="rId9"/>
    <p:sldId id="274" r:id="rId10"/>
    <p:sldId id="272" r:id="rId11"/>
    <p:sldId id="270" r:id="rId12"/>
    <p:sldId id="265" r:id="rId13"/>
    <p:sldId id="269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58" d="100"/>
          <a:sy n="58" d="100"/>
        </p:scale>
        <p:origin x="11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0261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1984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9356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8225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875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1942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3869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1671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7851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3275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1801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32567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88668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63302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59006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45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2834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B84957-0AE5-456C-9E6D-66714B98FD78}" type="datetimeFigureOut">
              <a:rPr lang="en-IN" smtClean="0"/>
              <a:t>10-02-26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5F4E05-6070-4B83-909B-999F1C9B4C25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0724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  <p:sldLayoutId id="2147483838" r:id="rId13"/>
    <p:sldLayoutId id="2147483839" r:id="rId14"/>
    <p:sldLayoutId id="2147483840" r:id="rId15"/>
    <p:sldLayoutId id="2147483841" r:id="rId16"/>
    <p:sldLayoutId id="2147483842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3821F-A112-C99D-9397-97DED73A4D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/>
            <a:r>
              <a:rPr lang="en-US" dirty="0"/>
              <a:t>                  </a:t>
            </a:r>
            <a:r>
              <a:rPr 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Projects	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4B7511-74AF-A554-4F09-B33D81C1EA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Praneet Mane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402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76218-B838-F0FB-E50C-830DC96D8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551597"/>
          </a:xfrm>
        </p:spPr>
        <p:txBody>
          <a:bodyPr>
            <a:normAutofit fontScale="90000"/>
          </a:bodyPr>
          <a:lstStyle/>
          <a:p>
            <a:r>
              <a:rPr lang="en-US" sz="36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  <a:endParaRPr lang="en-IN" sz="3600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4AAD1-016E-339F-ECD5-5558FFB86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975360"/>
            <a:ext cx="10622280" cy="5596036"/>
          </a:xfrm>
        </p:spPr>
        <p:txBody>
          <a:bodyPr/>
          <a:lstStyle/>
          <a:p>
            <a:pPr marL="0" indent="0">
              <a:buNone/>
            </a:pPr>
            <a:endParaRPr lang="en-US" cap="all" dirty="0">
              <a:latin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</a:rPr>
              <a:t>In this PowerPoint Presentation, we have included some Java Projects which are referenced and completed for demonstrating various systems by use of coding in Java Programming Language.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It has some projects that include use of Java modules  like ‘Random’, ‘Math’ and classes like Scanner.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Here are some simple Java Projects created:    					  A. “Library Management System.”                                                                       	  B. “Word-Counter”.                                                                                                          C. “Time Adder Calculator”.                                                                      </a:t>
            </a:r>
          </a:p>
          <a:p>
            <a:endParaRPr lang="en-IN" sz="24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1515107"/>
      </p:ext>
    </p:extLst>
  </p:cSld>
  <p:clrMapOvr>
    <a:masterClrMapping/>
  </p:clrMapOvr>
  <p:transition spd="slow" advClick="0" advTm="5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50721-01BF-8C0F-FC23-587F7C564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2CE8E-0CC3-9900-9A39-56A4754D4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551597"/>
          </a:xfrm>
        </p:spPr>
        <p:txBody>
          <a:bodyPr>
            <a:normAutofit fontScale="90000"/>
          </a:bodyPr>
          <a:lstStyle/>
          <a:p>
            <a:r>
              <a:rPr lang="en-US" sz="36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36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Projects</a:t>
            </a:r>
            <a:r>
              <a:rPr lang="en-US" sz="36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A.</a:t>
            </a:r>
            <a:r>
              <a:rPr lang="en-US" sz="36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Word Counter</a:t>
            </a:r>
            <a:r>
              <a:rPr lang="en-US" sz="36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IN" sz="3600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F11AE-75D9-431C-658F-AB7431FB23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896" y="975360"/>
            <a:ext cx="10839796" cy="5596036"/>
          </a:xfrm>
        </p:spPr>
        <p:txBody>
          <a:bodyPr/>
          <a:lstStyle/>
          <a:p>
            <a:pPr marL="0" indent="0">
              <a:buNone/>
            </a:pPr>
            <a:endParaRPr lang="en-US" cap="all" dirty="0">
              <a:latin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</a:rPr>
              <a:t>The user should enter either a sentence or a paragraph of English words.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 For that we input word String using String datatype. We trim the unwanted whitespace if any present inside the entered String.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We find out by starting character of each word after end of whitespaces using loop and increment the count after occurrence of new word starting character.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This way, after we get count of words in String we print it on IDE terminal. </a:t>
            </a:r>
          </a:p>
          <a:p>
            <a:endParaRPr lang="en-IN" sz="2400" dirty="0">
              <a:latin typeface="Times New Roman" panose="02020603050405020304" pitchFamily="18" charset="0"/>
            </a:endParaRPr>
          </a:p>
          <a:p>
            <a:endParaRPr lang="en-IN" sz="24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1496442"/>
      </p:ext>
    </p:extLst>
  </p:cSld>
  <p:clrMapOvr>
    <a:masterClrMapping/>
  </p:clrMapOvr>
  <p:transition spd="slow" advClick="0" advTm="5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207B8-652C-B163-A728-AC005F5D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4727C-93D3-5A75-7039-CB561958E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8358" y="449179"/>
            <a:ext cx="10821202" cy="6122217"/>
          </a:xfrm>
        </p:spPr>
        <p:txBody>
          <a:bodyPr numCol="2">
            <a:normAutofit lnSpcReduction="10000"/>
          </a:bodyPr>
          <a:lstStyle/>
          <a:p>
            <a:pPr marL="0" indent="0">
              <a:buNone/>
            </a:pPr>
            <a:endParaRPr lang="en-US" cap="all" dirty="0"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</a:rPr>
              <a:t>Below is the Java Code for Word Counting from Paragraph entered: 		                                        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 project_files;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 java.util.Scanner;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class word_counter {                                  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public static void main(String[] args) {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//Word counter from a given or entered sentence.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Scanner sc =new Scanner(System.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System.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.println("Type your Paragraph: ");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String userInput = sc.nextLine();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sc.close();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userInput = userInput.trim();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int count =0;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if(userInput.length()==0){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count=0;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}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else{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</a:p>
          <a:p>
            <a:pPr marL="0" indent="0"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//count the first word. Trimming removes  	leading spaces before first word.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count++;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for(int i=0;i&lt;userInput.length();i++){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if(userInput.charAt(i)==' ‘&amp;&amp; 			userInput.charAt(i+1)!=' ')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	 count++;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}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}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System.</a:t>
            </a:r>
            <a:r>
              <a:rPr lang="en-I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.println("Word count: 	"+count);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}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8413095"/>
      </p:ext>
    </p:extLst>
  </p:cSld>
  <p:clrMapOvr>
    <a:masterClrMapping/>
  </p:clrMapOvr>
  <p:transition spd="slow" advClick="0" advTm="5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1C499-C98D-4DE8-898E-06636F88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8D075-5364-5F3A-6CE4-D2A680FFF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975360"/>
            <a:ext cx="10622280" cy="5596036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</a:rPr>
              <a:t>Output for Project 1is : 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89412A-CEF0-E153-1FEC-52FBB2DC2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637414"/>
            <a:ext cx="9832990" cy="3976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93541"/>
      </p:ext>
    </p:extLst>
  </p:cSld>
  <p:clrMapOvr>
    <a:masterClrMapping/>
  </p:clrMapOvr>
  <p:transition spd="slow" advClick="0" advTm="5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87088-29DE-9E49-C8E2-54B0892EB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531628"/>
            <a:ext cx="10820400" cy="5826642"/>
          </a:xfrm>
        </p:spPr>
        <p:txBody>
          <a:bodyPr/>
          <a:lstStyle/>
          <a:p>
            <a:r>
              <a:rPr lang="en-US" dirty="0"/>
              <a:t>Another Output for Word Counter: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84C5E5-C729-1CD9-0F91-3DBD7F62DE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403497"/>
            <a:ext cx="10820400" cy="4146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076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A6BCE-6E8B-0CA4-160A-B5C8FF926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7EF48-4503-EF85-CDA0-AB3A05298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551597"/>
          </a:xfrm>
        </p:spPr>
        <p:txBody>
          <a:bodyPr>
            <a:normAutofit fontScale="90000"/>
          </a:bodyPr>
          <a:lstStyle/>
          <a:p>
            <a:r>
              <a:rPr lang="en-US" sz="36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 </a:t>
            </a:r>
            <a:r>
              <a:rPr lang="en-US" sz="36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Adder Calculator</a:t>
            </a:r>
            <a:r>
              <a:rPr lang="en-US" sz="36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IN" sz="3600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4FF7D-8BB8-D675-27DB-015C1E2A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975360"/>
            <a:ext cx="10988040" cy="5596036"/>
          </a:xfrm>
        </p:spPr>
        <p:txBody>
          <a:bodyPr/>
          <a:lstStyle/>
          <a:p>
            <a:pPr marL="0" indent="0">
              <a:buNone/>
            </a:pPr>
            <a:endParaRPr lang="en-US" cap="all" dirty="0">
              <a:latin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</a:rPr>
              <a:t>In this project we input the current time as “Starting Time” in the Hour-Minute-Second format. Also, the time to go forward by count is input in the same H-M-S format eg. 5 hours 20 minutes ahead.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Here we consider calculation as per 24 hour format.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This code finds out actual forward time,  when a required time gap is added to mentioned current time.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For each minute after 60 seconds are over, there should be addition of carry for appending time ahead. Same goes for each hour after 60 minutes, gets carry appended.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 For next day, we subtract value from total 24 hours and for the same day, we directly mention the added time.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We display both start time and time ahead in IDE terminal window. </a:t>
            </a:r>
          </a:p>
          <a:p>
            <a:endParaRPr lang="en-IN" sz="2400" dirty="0">
              <a:latin typeface="Times New Roman" panose="02020603050405020304" pitchFamily="18" charset="0"/>
            </a:endParaRPr>
          </a:p>
          <a:p>
            <a:endParaRPr lang="en-IN" sz="24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5717593"/>
      </p:ext>
    </p:extLst>
  </p:cSld>
  <p:clrMapOvr>
    <a:masterClrMapping/>
  </p:clrMapOvr>
  <p:transition spd="slow" advClick="0" advTm="50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4A244-B81F-2CAE-CF83-C56EE3D51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61494-47AA-D236-CFDF-2CDEA1CB2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024" y="409433"/>
            <a:ext cx="11255536" cy="5911157"/>
          </a:xfrm>
        </p:spPr>
        <p:txBody>
          <a:bodyPr numCol="2">
            <a:normAutofit fontScale="25000" lnSpcReduction="20000"/>
          </a:bodyPr>
          <a:lstStyle/>
          <a:p>
            <a:pPr marL="0" indent="0">
              <a:buNone/>
            </a:pPr>
            <a:endParaRPr lang="en-US" sz="700" cap="all" dirty="0"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9600" b="1" dirty="0">
                <a:latin typeface="Times New Roman" panose="02020603050405020304" pitchFamily="18" charset="0"/>
              </a:rPr>
              <a:t>Java Code for Project2 is : </a:t>
            </a:r>
            <a:r>
              <a:rPr lang="en-US" sz="5100" b="1" dirty="0">
                <a:latin typeface="Times New Roman" panose="02020603050405020304" pitchFamily="18" charset="0"/>
              </a:rPr>
              <a:t>	</a:t>
            </a:r>
            <a:endParaRPr lang="en-IN" sz="6700" dirty="0"/>
          </a:p>
          <a:p>
            <a:pPr marL="0" indent="0">
              <a:buNone/>
            </a:pPr>
            <a:endParaRPr lang="en-IN" sz="7200" dirty="0"/>
          </a:p>
          <a:p>
            <a:pPr marL="0" indent="0">
              <a:buNone/>
            </a:pPr>
            <a:r>
              <a:rPr lang="en-IN" sz="8000" dirty="0"/>
              <a:t>package project_files;</a:t>
            </a:r>
            <a:br>
              <a:rPr lang="en-IN" sz="8000" dirty="0"/>
            </a:br>
            <a:r>
              <a:rPr lang="en-IN" sz="8000" dirty="0"/>
              <a:t>import java.util.Scanner;</a:t>
            </a:r>
            <a:br>
              <a:rPr lang="en-IN" sz="8000" dirty="0"/>
            </a:br>
            <a:br>
              <a:rPr lang="en-IN" sz="8000" dirty="0"/>
            </a:br>
            <a:r>
              <a:rPr lang="en-IN" sz="8000" dirty="0"/>
              <a:t>public class time_adder {</a:t>
            </a:r>
            <a:br>
              <a:rPr lang="en-IN" sz="8000" dirty="0"/>
            </a:br>
            <a:r>
              <a:rPr lang="en-IN" sz="8000" dirty="0"/>
              <a:t>    public static void main(String[] args) {</a:t>
            </a:r>
            <a:br>
              <a:rPr lang="en-IN" sz="8000" dirty="0"/>
            </a:br>
            <a:r>
              <a:rPr lang="en-IN" sz="8000" dirty="0"/>
              <a:t>        Scanner sc = new Scanner(System.</a:t>
            </a:r>
            <a:r>
              <a:rPr lang="en-IN" sz="8000" i="1" dirty="0"/>
              <a:t>in</a:t>
            </a:r>
            <a:r>
              <a:rPr lang="en-IN" sz="8000" dirty="0"/>
              <a:t>);</a:t>
            </a:r>
            <a:br>
              <a:rPr lang="en-IN" sz="8000" dirty="0"/>
            </a:br>
            <a:r>
              <a:rPr lang="en-IN" sz="8000" dirty="0"/>
              <a:t>        System.</a:t>
            </a:r>
            <a:r>
              <a:rPr lang="en-IN" sz="8000" i="1" dirty="0"/>
              <a:t>out</a:t>
            </a:r>
            <a:r>
              <a:rPr lang="en-IN" sz="8000" dirty="0"/>
              <a:t>.println("Enter current hour: ");</a:t>
            </a:r>
            <a:br>
              <a:rPr lang="en-IN" sz="8000" dirty="0"/>
            </a:br>
            <a:r>
              <a:rPr lang="en-IN" sz="8000" dirty="0"/>
              <a:t>        int currentHour =sc.nextInt();</a:t>
            </a:r>
            <a:br>
              <a:rPr lang="en-IN" sz="8000" dirty="0"/>
            </a:br>
            <a:r>
              <a:rPr lang="en-IN" sz="8000" dirty="0"/>
              <a:t>        System.</a:t>
            </a:r>
            <a:r>
              <a:rPr lang="en-IN" sz="8000" i="1" dirty="0"/>
              <a:t>out</a:t>
            </a:r>
            <a:r>
              <a:rPr lang="en-IN" sz="8000" dirty="0"/>
              <a:t>.println("Enter current minute: ");</a:t>
            </a:r>
            <a:br>
              <a:rPr lang="en-IN" sz="8000" dirty="0"/>
            </a:br>
            <a:r>
              <a:rPr lang="en-IN" sz="8000" dirty="0"/>
              <a:t>        int currentMinute = sc.nextInt();</a:t>
            </a:r>
            <a:br>
              <a:rPr lang="en-IN" sz="8000" dirty="0"/>
            </a:br>
            <a:r>
              <a:rPr lang="en-IN" sz="8000" dirty="0"/>
              <a:t>        System.</a:t>
            </a:r>
            <a:r>
              <a:rPr lang="en-IN" sz="8000" i="1" dirty="0"/>
              <a:t>out</a:t>
            </a:r>
            <a:r>
              <a:rPr lang="en-IN" sz="8000" dirty="0"/>
              <a:t>.println("Enter current second: ");</a:t>
            </a:r>
            <a:br>
              <a:rPr lang="en-IN" sz="8000" dirty="0"/>
            </a:br>
            <a:r>
              <a:rPr lang="en-IN" sz="8000" dirty="0"/>
              <a:t>        int currentSecond = sc.nextInt();</a:t>
            </a:r>
            <a:br>
              <a:rPr lang="en-IN" sz="8000" dirty="0"/>
            </a:br>
            <a:r>
              <a:rPr lang="en-IN" sz="8000" dirty="0"/>
              <a:t>        System.</a:t>
            </a:r>
            <a:r>
              <a:rPr lang="en-IN" sz="8000" i="1" dirty="0"/>
              <a:t>out</a:t>
            </a:r>
            <a:r>
              <a:rPr lang="en-IN" sz="8000" dirty="0"/>
              <a:t>.println("Enter hour to go forward hour: ");</a:t>
            </a:r>
            <a:br>
              <a:rPr lang="en-IN" sz="8000" dirty="0"/>
            </a:br>
            <a:r>
              <a:rPr lang="en-IN" sz="8000" dirty="0"/>
              <a:t>        int nextHour =sc.nextInt();</a:t>
            </a:r>
            <a:br>
              <a:rPr lang="en-IN" sz="8000" dirty="0"/>
            </a:br>
            <a:r>
              <a:rPr lang="en-IN" sz="8000" dirty="0"/>
              <a:t>        System.</a:t>
            </a:r>
            <a:r>
              <a:rPr lang="en-IN" sz="8000" i="1" dirty="0"/>
              <a:t>out</a:t>
            </a:r>
            <a:r>
              <a:rPr lang="en-IN" sz="8000" dirty="0"/>
              <a:t>.println("Enter minute to go forward: ");</a:t>
            </a:r>
            <a:br>
              <a:rPr lang="en-IN" sz="8000" dirty="0"/>
            </a:br>
            <a:r>
              <a:rPr lang="en-IN" sz="8000" dirty="0"/>
              <a:t>        int nextMinute = sc.nextInt();</a:t>
            </a:r>
            <a:br>
              <a:rPr lang="en-IN" sz="8000" dirty="0"/>
            </a:br>
            <a:r>
              <a:rPr lang="en-IN" sz="8000" dirty="0"/>
              <a:t>        System.</a:t>
            </a:r>
            <a:r>
              <a:rPr lang="en-IN" sz="8000" i="1" dirty="0"/>
              <a:t>out</a:t>
            </a:r>
            <a:r>
              <a:rPr lang="en-IN" sz="8000" dirty="0"/>
              <a:t>.println("Enter second to go forward: ");</a:t>
            </a:r>
            <a:br>
              <a:rPr lang="en-IN" sz="8000" dirty="0"/>
            </a:br>
            <a:r>
              <a:rPr lang="en-IN" sz="8000" dirty="0"/>
              <a:t>        int nextSecond = sc.nextInt();</a:t>
            </a:r>
            <a:br>
              <a:rPr lang="en-IN" sz="8000" dirty="0"/>
            </a:br>
            <a:r>
              <a:rPr lang="en-IN" sz="8000" dirty="0"/>
              <a:t>       </a:t>
            </a:r>
          </a:p>
          <a:p>
            <a:pPr marL="0" indent="0">
              <a:buNone/>
            </a:pPr>
            <a:endParaRPr lang="en-IN" sz="8000" dirty="0"/>
          </a:p>
          <a:p>
            <a:pPr marL="0" indent="0">
              <a:buNone/>
            </a:pPr>
            <a:endParaRPr lang="en-IN" sz="8000" dirty="0"/>
          </a:p>
          <a:p>
            <a:pPr marL="0" indent="0">
              <a:buNone/>
            </a:pPr>
            <a:endParaRPr lang="en-IN" sz="8000" dirty="0"/>
          </a:p>
          <a:p>
            <a:pPr marL="0" indent="0">
              <a:buNone/>
            </a:pPr>
            <a:endParaRPr lang="en-IN" sz="8000" dirty="0"/>
          </a:p>
          <a:p>
            <a:pPr marL="0" indent="0">
              <a:buNone/>
            </a:pPr>
            <a:r>
              <a:rPr lang="en-IN" sz="8000" dirty="0"/>
              <a:t> int answerHour =0 ,answerMinute=0,answerSecond=0;</a:t>
            </a:r>
            <a:br>
              <a:rPr lang="en-IN" sz="8000" dirty="0"/>
            </a:br>
            <a:r>
              <a:rPr lang="en-IN" sz="8000" dirty="0"/>
              <a:t>        int carrySecond=0,carryMinute=0;</a:t>
            </a:r>
            <a:br>
              <a:rPr lang="en-IN" sz="8000" dirty="0"/>
            </a:br>
            <a:r>
              <a:rPr lang="en-IN" sz="8000" dirty="0"/>
              <a:t>        boolean isNextDay =false;</a:t>
            </a:r>
            <a:br>
              <a:rPr lang="en-IN" sz="8000" dirty="0"/>
            </a:br>
            <a:r>
              <a:rPr lang="en-IN" sz="8000" dirty="0"/>
              <a:t>        answerSecond = currentSecond + nextSecond;</a:t>
            </a:r>
            <a:br>
              <a:rPr lang="en-IN" sz="8000" dirty="0"/>
            </a:br>
            <a:r>
              <a:rPr lang="en-IN" sz="8000" dirty="0"/>
              <a:t>        </a:t>
            </a:r>
          </a:p>
          <a:p>
            <a:pPr marL="0" indent="0">
              <a:buNone/>
            </a:pPr>
            <a:r>
              <a:rPr lang="en-IN" sz="8000" dirty="0"/>
              <a:t>if(answerSecond&gt;=60){</a:t>
            </a:r>
            <a:br>
              <a:rPr lang="en-IN" sz="8000" dirty="0"/>
            </a:br>
            <a:r>
              <a:rPr lang="en-IN" sz="8000" dirty="0"/>
              <a:t>            answerSecond-=60;</a:t>
            </a:r>
            <a:br>
              <a:rPr lang="en-IN" sz="8000" dirty="0"/>
            </a:br>
            <a:r>
              <a:rPr lang="en-IN" sz="8000" dirty="0"/>
              <a:t>            carrySecond=1;</a:t>
            </a:r>
            <a:br>
              <a:rPr lang="en-IN" sz="8000" dirty="0"/>
            </a:br>
            <a:r>
              <a:rPr lang="en-IN" sz="8000" dirty="0"/>
              <a:t>        }</a:t>
            </a:r>
          </a:p>
          <a:p>
            <a:pPr marL="0" indent="0">
              <a:buNone/>
            </a:pPr>
            <a:r>
              <a:rPr lang="en-IN" sz="8000" dirty="0"/>
              <a:t>answerMinute = currentMinute + nextMinute + carrySecond;</a:t>
            </a:r>
            <a:br>
              <a:rPr lang="en-IN" sz="8000" dirty="0"/>
            </a:br>
            <a:r>
              <a:rPr lang="en-IN" sz="8000" dirty="0"/>
              <a:t>        if(answerMinute&gt;=60){</a:t>
            </a:r>
            <a:br>
              <a:rPr lang="en-IN" sz="8000" dirty="0"/>
            </a:br>
            <a:r>
              <a:rPr lang="en-IN" sz="8000" dirty="0"/>
              <a:t>            answerMinute-=60;</a:t>
            </a:r>
            <a:br>
              <a:rPr lang="en-IN" sz="8000" dirty="0"/>
            </a:br>
            <a:r>
              <a:rPr lang="en-IN" sz="8000" dirty="0"/>
              <a:t>            </a:t>
            </a:r>
          </a:p>
          <a:p>
            <a:pPr marL="0" indent="0">
              <a:buNone/>
            </a:pPr>
            <a:r>
              <a:rPr lang="en-IN" sz="8000" dirty="0"/>
              <a:t>carryMinute=1;</a:t>
            </a:r>
            <a:br>
              <a:rPr lang="en-IN" sz="8000" dirty="0"/>
            </a:br>
            <a:r>
              <a:rPr lang="en-IN" sz="8000" dirty="0"/>
              <a:t>        }</a:t>
            </a:r>
            <a:br>
              <a:rPr lang="en-IN" sz="7200" dirty="0"/>
            </a:br>
            <a:r>
              <a:rPr lang="en-IN" sz="7200" dirty="0"/>
              <a:t>       </a:t>
            </a:r>
          </a:p>
          <a:p>
            <a:pPr marL="0" indent="0">
              <a:buNone/>
            </a:pPr>
            <a:r>
              <a:rPr lang="en-IN" sz="7200" dirty="0"/>
              <a:t> </a:t>
            </a:r>
            <a:endParaRPr lang="en-IN" sz="2900" dirty="0"/>
          </a:p>
          <a:p>
            <a:pPr marL="0" indent="0">
              <a:buNone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700" b="1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3997515"/>
      </p:ext>
    </p:extLst>
  </p:cSld>
  <p:clrMapOvr>
    <a:masterClrMapping/>
  </p:clrMapOvr>
  <p:transition spd="slow" advClick="0" advTm="5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AAB50-F240-5F02-95B1-FD76C8C08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265" y="448887"/>
            <a:ext cx="11155680" cy="6001789"/>
          </a:xfrm>
        </p:spPr>
        <p:txBody>
          <a:bodyPr numCol="2">
            <a:normAutofit/>
          </a:bodyPr>
          <a:lstStyle/>
          <a:p>
            <a:pPr marL="457200" lvl="1" indent="0">
              <a:buNone/>
            </a:pPr>
            <a:r>
              <a:rPr lang="en-IN" dirty="0"/>
              <a:t>answerHour = currentHour + nextHour + carryMinute;</a:t>
            </a:r>
            <a:br>
              <a:rPr lang="en-IN" dirty="0"/>
            </a:br>
            <a:r>
              <a:rPr lang="en-IN" dirty="0"/>
              <a:t>        if(answerHour&gt;=24){</a:t>
            </a:r>
            <a:br>
              <a:rPr lang="en-IN" dirty="0"/>
            </a:br>
            <a:r>
              <a:rPr lang="en-IN" dirty="0"/>
              <a:t>            answerHour-=24;</a:t>
            </a:r>
            <a:br>
              <a:rPr lang="en-IN" dirty="0"/>
            </a:br>
            <a:r>
              <a:rPr lang="en-IN" dirty="0"/>
              <a:t>            isNextDay=true;</a:t>
            </a:r>
            <a:br>
              <a:rPr lang="en-IN" dirty="0"/>
            </a:br>
            <a:r>
              <a:rPr lang="en-IN" dirty="0"/>
              <a:t>        }</a:t>
            </a:r>
            <a:br>
              <a:rPr lang="en-IN" dirty="0"/>
            </a:br>
            <a:r>
              <a:rPr lang="en-IN" dirty="0"/>
              <a:t>        if(isNextDay){</a:t>
            </a:r>
            <a:br>
              <a:rPr lang="en-IN" dirty="0"/>
            </a:br>
            <a:r>
              <a:rPr lang="en-IN" dirty="0"/>
              <a:t>            System.</a:t>
            </a:r>
            <a:r>
              <a:rPr lang="en-IN" i="1" dirty="0"/>
              <a:t>out</a:t>
            </a:r>
            <a:r>
              <a:rPr lang="en-IN" dirty="0"/>
              <a:t>.println("The Answer is: "+answerHour+" : "+answerMinute+</a:t>
            </a:r>
            <a:br>
              <a:rPr lang="en-IN" dirty="0"/>
            </a:br>
            <a:r>
              <a:rPr lang="en-IN" dirty="0"/>
              <a:t>            " : "+answerSecond + " on the next day");</a:t>
            </a:r>
            <a:br>
              <a:rPr lang="en-IN" dirty="0"/>
            </a:br>
            <a:r>
              <a:rPr lang="en-IN" dirty="0"/>
              <a:t>        }</a:t>
            </a:r>
            <a:br>
              <a:rPr lang="en-IN" dirty="0"/>
            </a:br>
            <a:r>
              <a:rPr lang="en-IN" dirty="0"/>
              <a:t>        else{</a:t>
            </a:r>
            <a:br>
              <a:rPr lang="en-IN" dirty="0"/>
            </a:br>
            <a:r>
              <a:rPr lang="en-IN" dirty="0"/>
              <a:t>            System.</a:t>
            </a:r>
            <a:r>
              <a:rPr lang="en-IN" i="1" dirty="0"/>
              <a:t>out</a:t>
            </a:r>
            <a:r>
              <a:rPr lang="en-IN" dirty="0"/>
              <a:t>.println("The Answer is: "+answerHour+" : "+answerMinute+</a:t>
            </a:r>
            <a:br>
              <a:rPr lang="en-IN" dirty="0"/>
            </a:br>
            <a:r>
              <a:rPr lang="en-IN" dirty="0"/>
              <a:t>                    " : "+answerSecond + " 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dirty="0"/>
              <a:t>on the same day");</a:t>
            </a:r>
            <a:br>
              <a:rPr lang="en-IN" dirty="0"/>
            </a:br>
            <a:r>
              <a:rPr lang="en-IN" dirty="0"/>
              <a:t>        }</a:t>
            </a:r>
            <a:br>
              <a:rPr lang="en-IN" dirty="0"/>
            </a:br>
            <a:r>
              <a:rPr lang="en-IN" dirty="0"/>
              <a:t>    }</a:t>
            </a:r>
            <a:br>
              <a:rPr lang="en-IN" dirty="0"/>
            </a:br>
            <a:r>
              <a:rPr lang="en-IN" dirty="0"/>
              <a:t>}</a:t>
            </a:r>
            <a:br>
              <a:rPr lang="en-IN" dirty="0"/>
            </a:b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2426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61A59-3E07-4711-8D5F-3198C3B64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576FAB-B8E8-6CFF-F563-D300BA11C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975360"/>
            <a:ext cx="10622280" cy="5596036"/>
          </a:xfrm>
        </p:spPr>
        <p:txBody>
          <a:bodyPr numCol="2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</a:rPr>
              <a:t>Output for Project2 is :   																																																																												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</a:rPr>
              <a:t>i. Time ahead by Same Day				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</a:rPr>
              <a:t>																																																																												ii. Time ahead by Next Day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1D1820-5C67-7E03-BA0F-A360ED7B92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1" y="1596045"/>
            <a:ext cx="4998719" cy="41397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AA671A-0DD6-6507-03E7-A072148395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3805" y="1596045"/>
            <a:ext cx="5185756" cy="4139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963740"/>
      </p:ext>
    </p:extLst>
  </p:cSld>
  <p:clrMapOvr>
    <a:masterClrMapping/>
  </p:clrMapOvr>
  <p:transition spd="slow" advClick="0" advTm="5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DA732-D347-3E61-E944-736D7605B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2FFCF-5986-5D9B-7FBC-6E8F32C58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551597"/>
          </a:xfrm>
        </p:spPr>
        <p:txBody>
          <a:bodyPr>
            <a:normAutofit fontScale="90000"/>
          </a:bodyPr>
          <a:lstStyle/>
          <a:p>
            <a:r>
              <a:rPr lang="en-US" sz="36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 </a:t>
            </a:r>
            <a:r>
              <a:rPr lang="en-US" sz="3600" u="sng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Library Management System</a:t>
            </a:r>
            <a:r>
              <a:rPr lang="en-US" sz="3600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IN" sz="3600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A90B4-E9B0-AB4E-6568-BC8F5BB124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975360"/>
            <a:ext cx="10988040" cy="5596036"/>
          </a:xfrm>
        </p:spPr>
        <p:txBody>
          <a:bodyPr/>
          <a:lstStyle/>
          <a:p>
            <a:pPr marL="0" indent="0">
              <a:buNone/>
            </a:pPr>
            <a:endParaRPr lang="en-US" cap="all" dirty="0">
              <a:latin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</a:rPr>
              <a:t>In this project we add many Books and perform operations as View book list, add book, update book, remove book and exit.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The  Library class is defined and then few methods are added such as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</a:rPr>
              <a:t> addBook: Add a new Book.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</a:rPr>
              <a:t> showAvailableBooks: View list of Available books not considering the issued book ,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</a:rPr>
              <a:t> issueBooks: Issue the Book or allot the book to user.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</a:rPr>
              <a:t>returnBook: Return the issued book to Library’s book array. 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The output is generated in terminal of IDE after method calling, as per print statements mentioned in each method.</a:t>
            </a:r>
          </a:p>
          <a:p>
            <a:r>
              <a:rPr lang="en-IN" sz="2400" dirty="0">
                <a:latin typeface="Times New Roman" panose="02020603050405020304" pitchFamily="18" charset="0"/>
              </a:rPr>
              <a:t>The Count of available books and statement of operation method when run is displayed.</a:t>
            </a:r>
          </a:p>
          <a:p>
            <a:endParaRPr lang="en-IN" sz="2400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802396"/>
      </p:ext>
    </p:extLst>
  </p:cSld>
  <p:clrMapOvr>
    <a:masterClrMapping/>
  </p:clrMapOvr>
  <p:transition spd="slow" advClick="0" advTm="50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BEE82-BE56-659C-F3D6-375D2022C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CB882-0BD0-2D24-A3BD-137CE2B94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347" y="417095"/>
            <a:ext cx="11206213" cy="6154301"/>
          </a:xfrm>
        </p:spPr>
        <p:txBody>
          <a:bodyPr numCol="2">
            <a:normAutofit fontScale="55000" lnSpcReduction="20000"/>
          </a:bodyPr>
          <a:lstStyle/>
          <a:p>
            <a:pPr marL="0" indent="0">
              <a:buNone/>
            </a:pPr>
            <a:endParaRPr lang="en-US" cap="all" dirty="0"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600" b="1" dirty="0">
                <a:latin typeface="Times New Roman" panose="02020603050405020304" pitchFamily="18" charset="0"/>
              </a:rPr>
              <a:t>Below is Code for Project 3:                                                                  </a:t>
            </a:r>
            <a:r>
              <a:rPr lang="en-IN" sz="2600" dirty="0"/>
              <a:t>package com.company;</a:t>
            </a:r>
            <a:br>
              <a:rPr lang="en-IN" sz="2600" dirty="0"/>
            </a:br>
            <a:r>
              <a:rPr lang="en-IN" sz="2600" dirty="0"/>
              <a:t>import java.util.Scanner;</a:t>
            </a:r>
            <a:br>
              <a:rPr lang="en-IN" sz="2600" dirty="0"/>
            </a:br>
            <a:br>
              <a:rPr lang="en-IN" sz="2600" dirty="0"/>
            </a:br>
            <a:r>
              <a:rPr lang="en-IN" sz="2600" dirty="0"/>
              <a:t>class Library{</a:t>
            </a:r>
            <a:br>
              <a:rPr lang="en-IN" sz="2600" dirty="0"/>
            </a:br>
            <a:r>
              <a:rPr lang="en-IN" sz="2600" dirty="0"/>
              <a:t>    String[]books;</a:t>
            </a:r>
            <a:br>
              <a:rPr lang="en-IN" sz="2600" dirty="0"/>
            </a:br>
            <a:r>
              <a:rPr lang="en-IN" sz="2600" dirty="0"/>
              <a:t>    int numBooks;</a:t>
            </a:r>
            <a:br>
              <a:rPr lang="en-IN" sz="2600" dirty="0"/>
            </a:br>
            <a:r>
              <a:rPr lang="en-IN" sz="2600" dirty="0"/>
              <a:t>    Library(){</a:t>
            </a:r>
            <a:br>
              <a:rPr lang="en-IN" sz="2600" dirty="0"/>
            </a:br>
            <a:r>
              <a:rPr lang="en-IN" sz="2600" dirty="0"/>
              <a:t>        this.books =new String[100];</a:t>
            </a:r>
            <a:br>
              <a:rPr lang="en-IN" sz="2600" dirty="0"/>
            </a:br>
            <a:r>
              <a:rPr lang="en-IN" sz="2600" dirty="0"/>
              <a:t>        this.numBooks=0;</a:t>
            </a:r>
            <a:br>
              <a:rPr lang="en-IN" sz="2600" dirty="0"/>
            </a:br>
            <a:r>
              <a:rPr lang="en-IN" sz="2600" dirty="0"/>
              <a:t>    }</a:t>
            </a:r>
            <a:br>
              <a:rPr lang="en-IN" sz="2600" dirty="0"/>
            </a:br>
            <a:r>
              <a:rPr lang="en-IN" sz="2600" dirty="0"/>
              <a:t>   void addBook(String book) {</a:t>
            </a:r>
            <a:br>
              <a:rPr lang="en-IN" sz="2600" dirty="0"/>
            </a:br>
            <a:r>
              <a:rPr lang="en-IN" sz="2600" dirty="0"/>
              <a:t>       this.books[numBooks] = book;</a:t>
            </a:r>
            <a:br>
              <a:rPr lang="en-IN" sz="2600" dirty="0"/>
            </a:br>
            <a:r>
              <a:rPr lang="en-IN" sz="2600" dirty="0"/>
              <a:t>       numBooks++;</a:t>
            </a:r>
            <a:br>
              <a:rPr lang="en-IN" sz="2600" dirty="0"/>
            </a:br>
            <a:r>
              <a:rPr lang="en-IN" sz="2600" dirty="0"/>
              <a:t>       System.</a:t>
            </a:r>
            <a:r>
              <a:rPr lang="en-IN" sz="2600" i="1" dirty="0"/>
              <a:t>out</a:t>
            </a:r>
            <a:r>
              <a:rPr lang="en-IN" sz="2600" dirty="0"/>
              <a:t>.println(book + " has been added.");</a:t>
            </a:r>
            <a:br>
              <a:rPr lang="en-IN" sz="2600" dirty="0"/>
            </a:br>
            <a:r>
              <a:rPr lang="en-IN" sz="2600" dirty="0"/>
              <a:t>   }</a:t>
            </a:r>
            <a:br>
              <a:rPr lang="en-IN" sz="2600" dirty="0"/>
            </a:br>
            <a:r>
              <a:rPr lang="en-IN" sz="2600" dirty="0"/>
              <a:t>   void showAvailableBooks() {</a:t>
            </a:r>
            <a:br>
              <a:rPr lang="en-IN" sz="2600" dirty="0"/>
            </a:br>
            <a:r>
              <a:rPr lang="en-IN" sz="2600" dirty="0"/>
              <a:t>       System.</a:t>
            </a:r>
            <a:r>
              <a:rPr lang="en-IN" sz="2600" i="1" dirty="0"/>
              <a:t>out</a:t>
            </a:r>
            <a:r>
              <a:rPr lang="en-IN" sz="2600" dirty="0"/>
              <a:t>.println("Available Books are:");</a:t>
            </a:r>
            <a:br>
              <a:rPr lang="en-IN" sz="2600" dirty="0"/>
            </a:br>
            <a:r>
              <a:rPr lang="en-IN" sz="2600" dirty="0"/>
              <a:t>       for (String book : this.books) {</a:t>
            </a:r>
            <a:br>
              <a:rPr lang="en-IN" sz="2600" dirty="0"/>
            </a:br>
            <a:r>
              <a:rPr lang="en-IN" sz="2600" dirty="0"/>
              <a:t>           if (books == null) {</a:t>
            </a:r>
            <a:br>
              <a:rPr lang="en-IN" sz="2600" dirty="0"/>
            </a:br>
            <a:r>
              <a:rPr lang="en-IN" sz="2600" dirty="0"/>
              <a:t>               continue;</a:t>
            </a:r>
            <a:br>
              <a:rPr lang="en-IN" sz="2600" dirty="0"/>
            </a:br>
            <a:r>
              <a:rPr lang="en-IN" sz="2600" dirty="0"/>
              <a:t>           } else {</a:t>
            </a:r>
            <a:br>
              <a:rPr lang="en-IN" sz="2600" dirty="0"/>
            </a:br>
            <a:r>
              <a:rPr lang="en-IN" sz="2600" dirty="0"/>
              <a:t>               System.</a:t>
            </a:r>
            <a:r>
              <a:rPr lang="en-IN" sz="2600" i="1" dirty="0"/>
              <a:t>out</a:t>
            </a:r>
            <a:r>
              <a:rPr lang="en-IN" sz="2600" dirty="0"/>
              <a:t>.println("*" + book);</a:t>
            </a:r>
            <a:br>
              <a:rPr lang="en-IN" sz="2600" dirty="0"/>
            </a:br>
            <a:r>
              <a:rPr lang="en-IN" sz="2600" dirty="0"/>
              <a:t>               System.</a:t>
            </a:r>
            <a:r>
              <a:rPr lang="en-IN" sz="2600" i="1" dirty="0"/>
              <a:t>out</a:t>
            </a:r>
            <a:r>
              <a:rPr lang="en-IN" sz="2600" dirty="0"/>
              <a:t>.println("The book count is: "+ numBooks);</a:t>
            </a:r>
            <a:br>
              <a:rPr lang="en-IN" sz="2600" dirty="0"/>
            </a:br>
            <a:r>
              <a:rPr lang="en-IN" sz="2600" dirty="0"/>
              <a:t>               break;</a:t>
            </a:r>
            <a:br>
              <a:rPr lang="en-IN" sz="2600" dirty="0"/>
            </a:br>
            <a:r>
              <a:rPr lang="en-IN" sz="2600" dirty="0"/>
              <a:t>           }</a:t>
            </a:r>
            <a:br>
              <a:rPr lang="en-IN" sz="2600" dirty="0"/>
            </a:br>
            <a:r>
              <a:rPr lang="en-IN" sz="2600" dirty="0"/>
              <a:t>       }</a:t>
            </a:r>
            <a:br>
              <a:rPr lang="en-IN" sz="2600" dirty="0"/>
            </a:br>
            <a:r>
              <a:rPr lang="en-IN" sz="2600" dirty="0"/>
              <a:t>   }</a:t>
            </a:r>
            <a:br>
              <a:rPr lang="en-IN" sz="2600" dirty="0"/>
            </a:br>
            <a:r>
              <a:rPr lang="en-IN" sz="2600" dirty="0"/>
              <a:t>   void issueBook(String book){</a:t>
            </a:r>
            <a:br>
              <a:rPr lang="en-IN" sz="2600" dirty="0"/>
            </a:br>
            <a:r>
              <a:rPr lang="en-IN" sz="2600" dirty="0"/>
              <a:t>        for(int i=0;i&lt;this.books.length;i++){</a:t>
            </a:r>
            <a:br>
              <a:rPr lang="en-IN" sz="2600" dirty="0"/>
            </a:br>
            <a:r>
              <a:rPr lang="en-IN" sz="2600" dirty="0"/>
              <a:t>            if (this.books[i].equals(book)) {</a:t>
            </a:r>
            <a:br>
              <a:rPr lang="en-IN" sz="2600" dirty="0"/>
            </a:br>
            <a:r>
              <a:rPr lang="en-IN" sz="2600" dirty="0"/>
              <a:t>                System.</a:t>
            </a:r>
            <a:r>
              <a:rPr lang="en-IN" sz="2600" i="1" dirty="0"/>
              <a:t>out</a:t>
            </a:r>
            <a:r>
              <a:rPr lang="en-IN" sz="2600" dirty="0"/>
              <a:t>.println("The book has been issued: " + book);</a:t>
            </a:r>
            <a:br>
              <a:rPr lang="en-IN" sz="2600" dirty="0"/>
            </a:br>
            <a:r>
              <a:rPr lang="en-IN" sz="2600" dirty="0"/>
              <a:t>                this.books[i]=null;</a:t>
            </a:r>
            <a:br>
              <a:rPr lang="en-IN" sz="2600" dirty="0"/>
            </a:br>
            <a:r>
              <a:rPr lang="en-IN" sz="2600" dirty="0"/>
              <a:t>                </a:t>
            </a:r>
          </a:p>
          <a:p>
            <a:pPr marL="0" indent="0">
              <a:buNone/>
            </a:pPr>
            <a:endParaRPr lang="en-IN" sz="2600" dirty="0"/>
          </a:p>
          <a:p>
            <a:pPr marL="0" indent="0">
              <a:buNone/>
            </a:pPr>
            <a:endParaRPr lang="en-IN" sz="2600" dirty="0"/>
          </a:p>
          <a:p>
            <a:pPr marL="0" indent="0">
              <a:buNone/>
            </a:pPr>
            <a:endParaRPr lang="en-IN" sz="2600" dirty="0"/>
          </a:p>
          <a:p>
            <a:pPr marL="0" indent="0">
              <a:buNone/>
            </a:pPr>
            <a:endParaRPr lang="en-IN" sz="2600" dirty="0"/>
          </a:p>
          <a:p>
            <a:pPr marL="0" indent="0">
              <a:buNone/>
            </a:pPr>
            <a:endParaRPr lang="en-IN" sz="2600" dirty="0"/>
          </a:p>
          <a:p>
            <a:pPr marL="0" indent="0">
              <a:buNone/>
            </a:pPr>
            <a:r>
              <a:rPr lang="en-IN" sz="2600" dirty="0"/>
              <a:t>return;</a:t>
            </a:r>
            <a:br>
              <a:rPr lang="en-IN" sz="2600" dirty="0"/>
            </a:br>
            <a:r>
              <a:rPr lang="en-IN" sz="2600" dirty="0"/>
              <a:t>            }</a:t>
            </a:r>
            <a:br>
              <a:rPr lang="en-IN" sz="2600" dirty="0"/>
            </a:br>
            <a:r>
              <a:rPr lang="en-IN" sz="2600" dirty="0"/>
              <a:t>            System.</a:t>
            </a:r>
            <a:r>
              <a:rPr lang="en-IN" sz="2600" i="1" dirty="0"/>
              <a:t>out</a:t>
            </a:r>
            <a:r>
              <a:rPr lang="en-IN" sz="2600" dirty="0"/>
              <a:t>.println("*"+book);</a:t>
            </a:r>
            <a:br>
              <a:rPr lang="en-IN" sz="2600" dirty="0"/>
            </a:br>
            <a:r>
              <a:rPr lang="en-IN" sz="2600" dirty="0"/>
              <a:t>            System.</a:t>
            </a:r>
            <a:r>
              <a:rPr lang="en-IN" sz="2600" i="1" dirty="0"/>
              <a:t>out</a:t>
            </a:r>
            <a:r>
              <a:rPr lang="en-IN" sz="2600" dirty="0"/>
              <a:t>.println("The book count is: "+numBooks);</a:t>
            </a:r>
            <a:br>
              <a:rPr lang="en-IN" sz="2600" dirty="0"/>
            </a:br>
            <a:r>
              <a:rPr lang="en-IN" sz="2600" dirty="0"/>
              <a:t>        }</a:t>
            </a:r>
            <a:br>
              <a:rPr lang="en-IN" sz="2600" dirty="0"/>
            </a:br>
            <a:r>
              <a:rPr lang="en-IN" sz="2600" dirty="0"/>
              <a:t>       System.</a:t>
            </a:r>
            <a:r>
              <a:rPr lang="en-IN" sz="2600" i="1" dirty="0"/>
              <a:t>out</a:t>
            </a:r>
            <a:r>
              <a:rPr lang="en-IN" sz="2600" dirty="0"/>
              <a:t>.println("This book does not exist");</a:t>
            </a:r>
            <a:br>
              <a:rPr lang="en-IN" sz="2600" dirty="0"/>
            </a:br>
            <a:r>
              <a:rPr lang="en-IN" sz="2600" dirty="0"/>
              <a:t>   }</a:t>
            </a:r>
            <a:br>
              <a:rPr lang="en-IN" sz="2600" dirty="0"/>
            </a:br>
            <a:r>
              <a:rPr lang="en-IN" sz="2600" dirty="0"/>
              <a:t>   void returnBook(String book){</a:t>
            </a:r>
            <a:br>
              <a:rPr lang="en-IN" sz="2600" dirty="0"/>
            </a:br>
            <a:r>
              <a:rPr lang="en-IN" sz="2600" dirty="0"/>
              <a:t>       System.</a:t>
            </a:r>
            <a:r>
              <a:rPr lang="en-IN" sz="2600" i="1" dirty="0"/>
              <a:t>out</a:t>
            </a:r>
            <a:r>
              <a:rPr lang="en-IN" sz="2600" dirty="0"/>
              <a:t>.println("The book has been returned."+book);</a:t>
            </a:r>
            <a:br>
              <a:rPr lang="en-IN" sz="2600" dirty="0"/>
            </a:br>
            <a:r>
              <a:rPr lang="en-IN" sz="2600" dirty="0"/>
              <a:t>       addBook(book);</a:t>
            </a:r>
            <a:br>
              <a:rPr lang="en-IN" sz="2600" dirty="0"/>
            </a:br>
            <a:r>
              <a:rPr lang="en-IN" sz="2600" dirty="0"/>
              <a:t>       System.</a:t>
            </a:r>
            <a:r>
              <a:rPr lang="en-IN" sz="2600" i="1" dirty="0"/>
              <a:t>out</a:t>
            </a:r>
            <a:r>
              <a:rPr lang="en-IN" sz="2600" dirty="0"/>
              <a:t>.println("The book count is: "+ numBooks);</a:t>
            </a:r>
            <a:br>
              <a:rPr lang="en-IN" sz="2600" dirty="0"/>
            </a:br>
            <a:r>
              <a:rPr lang="en-IN" sz="2600" dirty="0"/>
              <a:t>   }</a:t>
            </a:r>
            <a:br>
              <a:rPr lang="en-IN" sz="2600" dirty="0"/>
            </a:br>
            <a:r>
              <a:rPr lang="en-IN" sz="2600" dirty="0"/>
              <a:t>}</a:t>
            </a:r>
            <a:br>
              <a:rPr lang="en-IN" sz="2600" dirty="0"/>
            </a:br>
            <a:br>
              <a:rPr lang="en-IN" sz="2600" dirty="0"/>
            </a:br>
            <a:r>
              <a:rPr lang="en-IN" sz="2600" dirty="0"/>
              <a:t>public class exercise4 {</a:t>
            </a:r>
            <a:br>
              <a:rPr lang="en-IN" sz="2600" dirty="0"/>
            </a:br>
            <a:r>
              <a:rPr lang="en-IN" sz="2600" dirty="0"/>
              <a:t>    public static void main(String[] args) {</a:t>
            </a:r>
            <a:br>
              <a:rPr lang="en-IN" sz="2600" dirty="0"/>
            </a:br>
            <a:r>
              <a:rPr lang="en-IN" sz="2600" dirty="0"/>
              <a:t>        //Implement Library class using Java class Library.</a:t>
            </a:r>
            <a:br>
              <a:rPr lang="en-IN" sz="2600" dirty="0"/>
            </a:br>
            <a:r>
              <a:rPr lang="en-IN" sz="2600" dirty="0"/>
              <a:t>        //Method: addBook,issueBook,returnBook,showAvailableBooks.</a:t>
            </a:r>
            <a:br>
              <a:rPr lang="en-IN" sz="2600" dirty="0"/>
            </a:br>
            <a:r>
              <a:rPr lang="en-IN" sz="2600" dirty="0"/>
              <a:t>        //Properties: Array to store available books.</a:t>
            </a:r>
            <a:br>
              <a:rPr lang="en-IN" sz="2600" dirty="0"/>
            </a:br>
            <a:r>
              <a:rPr lang="en-IN" sz="2600" dirty="0"/>
              <a:t>        //Array to store issue books.</a:t>
            </a:r>
            <a:br>
              <a:rPr lang="en-IN" sz="2600" dirty="0"/>
            </a:br>
            <a:r>
              <a:rPr lang="en-IN" sz="2600" dirty="0"/>
              <a:t>        Library centralLibrary =new Library();</a:t>
            </a:r>
            <a:br>
              <a:rPr lang="en-IN" sz="2600" dirty="0"/>
            </a:br>
            <a:r>
              <a:rPr lang="en-IN" sz="2600" dirty="0"/>
              <a:t>        centralLibrary.addBook("Wings Of Fire");</a:t>
            </a:r>
            <a:br>
              <a:rPr lang="en-IN" sz="2600" dirty="0"/>
            </a:br>
            <a:r>
              <a:rPr lang="en-IN" sz="2600" dirty="0"/>
              <a:t>        centralLibrary.showAvailableBooks();</a:t>
            </a:r>
            <a:br>
              <a:rPr lang="en-IN" sz="2600" dirty="0"/>
            </a:br>
            <a:r>
              <a:rPr lang="en-IN" sz="2600" dirty="0"/>
              <a:t>        centralLibrary.addBook("C++ Coding");</a:t>
            </a:r>
            <a:br>
              <a:rPr lang="en-IN" sz="2600" dirty="0"/>
            </a:br>
            <a:r>
              <a:rPr lang="en-IN" sz="2600" dirty="0"/>
              <a:t>        centralLibrary.addBook("Our Mind");</a:t>
            </a:r>
            <a:br>
              <a:rPr lang="en-IN" sz="2600" dirty="0"/>
            </a:br>
            <a:r>
              <a:rPr lang="en-IN" sz="2600" dirty="0"/>
              <a:t>        centralLibrary.showAvailableBooks();</a:t>
            </a:r>
            <a:br>
              <a:rPr lang="en-IN" sz="2600" dirty="0"/>
            </a:br>
            <a:r>
              <a:rPr lang="en-IN" sz="2600" dirty="0"/>
              <a:t>        centralLibrary.issueBook("C++ Coding");</a:t>
            </a:r>
            <a:br>
              <a:rPr lang="en-IN" sz="2600" dirty="0"/>
            </a:br>
            <a:r>
              <a:rPr lang="en-IN" sz="2600" dirty="0"/>
              <a:t>        centralLibrary.returnBook("C++ Coding");</a:t>
            </a:r>
            <a:br>
              <a:rPr lang="en-IN" sz="2600" dirty="0"/>
            </a:br>
            <a:r>
              <a:rPr lang="en-IN" sz="2600" dirty="0"/>
              <a:t>    }</a:t>
            </a:r>
            <a:br>
              <a:rPr lang="en-IN" sz="2600" dirty="0"/>
            </a:br>
            <a:r>
              <a:rPr lang="en-IN" sz="2600" dirty="0"/>
              <a:t>}</a:t>
            </a:r>
            <a:br>
              <a:rPr lang="en-IN" sz="2600" dirty="0"/>
            </a:br>
            <a:r>
              <a:rPr lang="en-US" sz="2300" b="1" dirty="0">
                <a:latin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7898782"/>
      </p:ext>
    </p:extLst>
  </p:cSld>
  <p:clrMapOvr>
    <a:masterClrMapping/>
  </p:clrMapOvr>
  <p:transition spd="slow" advClick="0" advTm="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53D27-4E9B-5DE2-BFEC-EA67F32E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AF2BE-F8BF-C079-B1DE-73AD867D2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145" y="665018"/>
            <a:ext cx="10971415" cy="5906378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</a:rPr>
              <a:t>Output for Project3 is :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endParaRPr lang="en-US" b="1" dirty="0">
              <a:latin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3C294-FA15-155C-B4CD-EA7C3A0C58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144" y="1144732"/>
            <a:ext cx="9825645" cy="493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41761"/>
      </p:ext>
    </p:extLst>
  </p:cSld>
  <p:clrMapOvr>
    <a:masterClrMapping/>
  </p:clrMapOvr>
  <p:transition spd="slow" advClick="0" advTm="50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06B81-E03E-6B23-9A7C-EEAABF29F3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/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</a:t>
            </a:r>
            <a:r>
              <a:rPr lang="en-US" cap="none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</a:t>
            </a:r>
            <a:r>
              <a:rPr lang="en-US" cap="none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cap="none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3376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357</TotalTime>
  <Words>1804</Words>
  <Application>Microsoft Office PowerPoint</Application>
  <PresentationFormat>Widescreen</PresentationFormat>
  <Paragraphs>70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Century Gothic</vt:lpstr>
      <vt:lpstr>Times New Roman</vt:lpstr>
      <vt:lpstr>Vapor Trail</vt:lpstr>
      <vt:lpstr>                  Java Projects </vt:lpstr>
      <vt:lpstr>1. Introduction</vt:lpstr>
      <vt:lpstr>2. Projects: A.Word Counter: </vt:lpstr>
      <vt:lpstr>PowerPoint Presentation</vt:lpstr>
      <vt:lpstr>PowerPoint Presentation</vt:lpstr>
      <vt:lpstr>PowerPoint Presentation</vt:lpstr>
      <vt:lpstr>B. Time Adder Calculator: </vt:lpstr>
      <vt:lpstr>PowerPoint Presentation</vt:lpstr>
      <vt:lpstr>PowerPoint Presentation</vt:lpstr>
      <vt:lpstr>PowerPoint Presentation</vt:lpstr>
      <vt:lpstr>C. Library Management System: </vt:lpstr>
      <vt:lpstr>PowerPoint Presentation</vt:lpstr>
      <vt:lpstr>PowerPoint Presentation</vt:lpstr>
      <vt:lpstr>Thank You.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Praneet Mane</dc:creator>
  <cp:lastModifiedBy>Praneet Mane</cp:lastModifiedBy>
  <cp:revision>29</cp:revision>
  <dcterms:created xsi:type="dcterms:W3CDTF">2026-02-03T11:19:47Z</dcterms:created>
  <dcterms:modified xsi:type="dcterms:W3CDTF">2026-02-10T07:08:30Z</dcterms:modified>
</cp:coreProperties>
</file>